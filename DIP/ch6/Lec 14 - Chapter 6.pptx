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31791" y="2034285"/>
            <a:ext cx="3327400" cy="17145"/>
          </a:xfrm>
          <a:custGeom>
            <a:avLst/>
            <a:gdLst/>
            <a:ahLst/>
            <a:cxnLst/>
            <a:rect l="l" t="t" r="r" b="b"/>
            <a:pathLst>
              <a:path w="3327400" h="17144">
                <a:moveTo>
                  <a:pt x="3326891" y="0"/>
                </a:moveTo>
                <a:lnTo>
                  <a:pt x="0" y="0"/>
                </a:lnTo>
                <a:lnTo>
                  <a:pt x="0" y="16763"/>
                </a:lnTo>
                <a:lnTo>
                  <a:pt x="3326891" y="16763"/>
                </a:lnTo>
                <a:lnTo>
                  <a:pt x="3326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32511"/>
            <a:ext cx="8656955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267961" y="6433082"/>
            <a:ext cx="365823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image" Target="../media/image4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Relationship Id="rId4" Type="http://schemas.openxmlformats.org/officeDocument/2006/relationships/image" Target="../media/image55.jpg"/><Relationship Id="rId5" Type="http://schemas.openxmlformats.org/officeDocument/2006/relationships/image" Target="../media/image56.jpg"/><Relationship Id="rId6" Type="http://schemas.openxmlformats.org/officeDocument/2006/relationships/image" Target="../media/image57.png"/><Relationship Id="rId7" Type="http://schemas.openxmlformats.org/officeDocument/2006/relationships/image" Target="../media/image58.jp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2.png"/><Relationship Id="rId3" Type="http://schemas.openxmlformats.org/officeDocument/2006/relationships/image" Target="../media/image63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8.jpg"/><Relationship Id="rId3" Type="http://schemas.openxmlformats.org/officeDocument/2006/relationships/image" Target="../media/image69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.jpg"/><Relationship Id="rId3" Type="http://schemas.openxmlformats.org/officeDocument/2006/relationships/image" Target="../media/image77.jpg"/><Relationship Id="rId4" Type="http://schemas.openxmlformats.org/officeDocument/2006/relationships/image" Target="../media/image78.jpg"/><Relationship Id="rId5" Type="http://schemas.openxmlformats.org/officeDocument/2006/relationships/image" Target="../media/image79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5977" y="1302765"/>
            <a:ext cx="8481695" cy="38119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400" spc="-290">
                <a:latin typeface="Trebuchet MS"/>
                <a:cs typeface="Trebuchet MS"/>
              </a:rPr>
              <a:t>Lecture</a:t>
            </a:r>
            <a:r>
              <a:rPr dirty="0" sz="5400" spc="-600">
                <a:latin typeface="Trebuchet MS"/>
                <a:cs typeface="Trebuchet MS"/>
              </a:rPr>
              <a:t> </a:t>
            </a:r>
            <a:r>
              <a:rPr dirty="0" sz="5400" spc="-125">
                <a:latin typeface="Trebuchet MS"/>
                <a:cs typeface="Trebuchet MS"/>
              </a:rPr>
              <a:t>-</a:t>
            </a:r>
            <a:r>
              <a:rPr dirty="0" sz="5400" spc="-570">
                <a:latin typeface="Trebuchet MS"/>
                <a:cs typeface="Trebuchet MS"/>
              </a:rPr>
              <a:t> </a:t>
            </a:r>
            <a:r>
              <a:rPr dirty="0" sz="5400" spc="-25">
                <a:latin typeface="Trebuchet MS"/>
                <a:cs typeface="Trebuchet MS"/>
              </a:rPr>
              <a:t>14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dirty="0" sz="5400" spc="-235" b="1">
                <a:latin typeface="Trebuchet MS"/>
                <a:cs typeface="Trebuchet MS"/>
              </a:rPr>
              <a:t>Chapter</a:t>
            </a:r>
            <a:r>
              <a:rPr dirty="0" sz="5400" spc="-555" b="1">
                <a:latin typeface="Trebuchet MS"/>
                <a:cs typeface="Trebuchet MS"/>
              </a:rPr>
              <a:t> </a:t>
            </a:r>
            <a:r>
              <a:rPr dirty="0" sz="5400" spc="-305" b="1">
                <a:latin typeface="Trebuchet MS"/>
                <a:cs typeface="Trebuchet MS"/>
              </a:rPr>
              <a:t>6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dirty="0" sz="5400" spc="-50" b="1">
                <a:solidFill>
                  <a:srgbClr val="FF0000"/>
                </a:solidFill>
                <a:latin typeface="Trebuchet MS"/>
                <a:cs typeface="Trebuchet MS"/>
              </a:rPr>
              <a:t>COLOR</a:t>
            </a:r>
            <a:r>
              <a:rPr dirty="0" sz="5400" spc="-570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5400" spc="-40" b="1">
                <a:solidFill>
                  <a:srgbClr val="00AF50"/>
                </a:solidFill>
                <a:latin typeface="Trebuchet MS"/>
                <a:cs typeface="Trebuchet MS"/>
              </a:rPr>
              <a:t>IMAGE</a:t>
            </a:r>
            <a:r>
              <a:rPr dirty="0" sz="5400" spc="-550" b="1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dirty="0" sz="5400" spc="75" b="1">
                <a:solidFill>
                  <a:srgbClr val="1709CD"/>
                </a:solidFill>
                <a:latin typeface="Trebuchet MS"/>
                <a:cs typeface="Trebuchet MS"/>
              </a:rPr>
              <a:t>PROCESSING</a:t>
            </a:r>
            <a:endParaRPr sz="5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5"/>
              <a:t>Pseudo-</a:t>
            </a:r>
            <a:r>
              <a:rPr dirty="0" spc="-180"/>
              <a:t>color</a:t>
            </a:r>
            <a:r>
              <a:rPr dirty="0" spc="-450"/>
              <a:t> </a:t>
            </a:r>
            <a:r>
              <a:rPr dirty="0" spc="-215"/>
              <a:t>Image</a:t>
            </a:r>
            <a:r>
              <a:rPr dirty="0" spc="-430"/>
              <a:t> </a:t>
            </a:r>
            <a:r>
              <a:rPr dirty="0" spc="-85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3157" y="1539367"/>
            <a:ext cx="76390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75">
                <a:latin typeface="Trebuchet MS"/>
                <a:cs typeface="Trebuchet MS"/>
              </a:rPr>
              <a:t>Intensity</a:t>
            </a:r>
            <a:r>
              <a:rPr dirty="0" sz="2800" spc="-23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slicing:</a:t>
            </a:r>
            <a:r>
              <a:rPr dirty="0" sz="2800" spc="-204">
                <a:latin typeface="Trebuchet MS"/>
                <a:cs typeface="Trebuchet MS"/>
              </a:rPr>
              <a:t> </a:t>
            </a:r>
            <a:r>
              <a:rPr dirty="0" sz="2800" spc="-40">
                <a:latin typeface="Trebuchet MS"/>
                <a:cs typeface="Trebuchet MS"/>
              </a:rPr>
              <a:t>piecewise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linear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35">
                <a:latin typeface="Trebuchet MS"/>
                <a:cs typeface="Trebuchet MS"/>
              </a:rPr>
              <a:t>transformation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3157" y="4095750"/>
            <a:ext cx="66325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60">
                <a:latin typeface="Trebuchet MS"/>
                <a:cs typeface="Trebuchet MS"/>
              </a:rPr>
              <a:t>General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-75">
                <a:latin typeface="Trebuchet MS"/>
                <a:cs typeface="Trebuchet MS"/>
              </a:rPr>
              <a:t>Gray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100">
                <a:latin typeface="Trebuchet MS"/>
                <a:cs typeface="Trebuchet MS"/>
              </a:rPr>
              <a:t>level</a:t>
            </a:r>
            <a:r>
              <a:rPr dirty="0" sz="2800" spc="-240">
                <a:latin typeface="Trebuchet MS"/>
                <a:cs typeface="Trebuchet MS"/>
              </a:rPr>
              <a:t> </a:t>
            </a:r>
            <a:r>
              <a:rPr dirty="0" sz="2800" spc="-110">
                <a:latin typeface="Trebuchet MS"/>
                <a:cs typeface="Trebuchet MS"/>
              </a:rPr>
              <a:t>to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30">
                <a:latin typeface="Trebuchet MS"/>
                <a:cs typeface="Trebuchet MS"/>
              </a:rPr>
              <a:t>color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45">
                <a:latin typeface="Trebuchet MS"/>
                <a:cs typeface="Trebuchet MS"/>
              </a:rPr>
              <a:t>transformation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1040" y="2245167"/>
            <a:ext cx="3819567" cy="16371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47288" y="4809744"/>
            <a:ext cx="5903975" cy="175564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45"/>
              <a:t>Gray</a:t>
            </a:r>
            <a:r>
              <a:rPr dirty="0" spc="-475"/>
              <a:t> </a:t>
            </a:r>
            <a:r>
              <a:rPr dirty="0" spc="-254"/>
              <a:t>level</a:t>
            </a:r>
            <a:r>
              <a:rPr dirty="0" spc="-445"/>
              <a:t> </a:t>
            </a:r>
            <a:r>
              <a:rPr dirty="0" spc="-295"/>
              <a:t>to</a:t>
            </a:r>
            <a:r>
              <a:rPr dirty="0" spc="-450"/>
              <a:t> </a:t>
            </a:r>
            <a:r>
              <a:rPr dirty="0" spc="-135"/>
              <a:t>Color</a:t>
            </a:r>
            <a:r>
              <a:rPr dirty="0" spc="-455"/>
              <a:t> </a:t>
            </a:r>
            <a:r>
              <a:rPr dirty="0" spc="-210"/>
              <a:t>transformation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6644" y="1844039"/>
            <a:ext cx="4700416" cy="32903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8708" y="1984660"/>
            <a:ext cx="1515543" cy="22216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 spc="-245"/>
              <a:t>Gray</a:t>
            </a:r>
            <a:r>
              <a:rPr dirty="0" spc="-470"/>
              <a:t> </a:t>
            </a:r>
            <a:r>
              <a:rPr dirty="0" spc="-254"/>
              <a:t>level</a:t>
            </a:r>
            <a:r>
              <a:rPr dirty="0" spc="-450"/>
              <a:t> </a:t>
            </a:r>
            <a:r>
              <a:rPr dirty="0" spc="-290"/>
              <a:t>to</a:t>
            </a:r>
            <a:r>
              <a:rPr dirty="0" spc="-455"/>
              <a:t> </a:t>
            </a:r>
            <a:r>
              <a:rPr dirty="0" spc="-135"/>
              <a:t>Color</a:t>
            </a:r>
            <a:r>
              <a:rPr dirty="0" spc="-470"/>
              <a:t> </a:t>
            </a:r>
            <a:r>
              <a:rPr dirty="0" spc="-220"/>
              <a:t>transformation </a:t>
            </a:r>
            <a:r>
              <a:rPr dirty="0" spc="-12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8203" y="566927"/>
            <a:ext cx="4785359" cy="40888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7942" y="529270"/>
            <a:ext cx="1271870" cy="220978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918203" y="4719827"/>
            <a:ext cx="5537200" cy="2138680"/>
            <a:chOff x="3918203" y="4719827"/>
            <a:chExt cx="5537200" cy="213868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8203" y="4719827"/>
              <a:ext cx="4244340" cy="21381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5600" y="4785208"/>
              <a:ext cx="1279544" cy="155606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0611" y="1839015"/>
            <a:ext cx="5529527" cy="27588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59941" y="1897222"/>
            <a:ext cx="1400866" cy="235852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5"/>
              <a:t>Pseudo-</a:t>
            </a:r>
            <a:r>
              <a:rPr dirty="0" spc="-180"/>
              <a:t>color</a:t>
            </a:r>
            <a:r>
              <a:rPr dirty="0" spc="-450"/>
              <a:t> </a:t>
            </a:r>
            <a:r>
              <a:rPr dirty="0" spc="-215"/>
              <a:t>Image</a:t>
            </a:r>
            <a:r>
              <a:rPr dirty="0" spc="-430"/>
              <a:t> </a:t>
            </a:r>
            <a:r>
              <a:rPr dirty="0" spc="-85"/>
              <a:t>Processing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32511"/>
            <a:ext cx="3195320" cy="1300480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 spc="-190"/>
              <a:t>Multi-</a:t>
            </a:r>
            <a:r>
              <a:rPr dirty="0" spc="-170"/>
              <a:t>spectral </a:t>
            </a:r>
            <a:r>
              <a:rPr dirty="0" spc="-95"/>
              <a:t>Imaging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0147" y="137160"/>
            <a:ext cx="8089392" cy="53675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0147" y="5612890"/>
            <a:ext cx="7333488" cy="1216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5"/>
              <a:t>Pseudo-</a:t>
            </a:r>
            <a:r>
              <a:rPr dirty="0" spc="-180"/>
              <a:t>color</a:t>
            </a:r>
            <a:r>
              <a:rPr dirty="0" spc="-450"/>
              <a:t> </a:t>
            </a:r>
            <a:r>
              <a:rPr dirty="0" spc="-215"/>
              <a:t>Image</a:t>
            </a:r>
            <a:r>
              <a:rPr dirty="0" spc="-430"/>
              <a:t> </a:t>
            </a:r>
            <a:r>
              <a:rPr dirty="0" spc="-85"/>
              <a:t>Processing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8911" y="1126236"/>
            <a:ext cx="3694176" cy="55946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0265" y="1182437"/>
            <a:ext cx="1337440" cy="180230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95"/>
              <a:t>Full</a:t>
            </a:r>
            <a:r>
              <a:rPr dirty="0" spc="-445"/>
              <a:t> </a:t>
            </a:r>
            <a:r>
              <a:rPr dirty="0" spc="-130"/>
              <a:t>Color</a:t>
            </a:r>
            <a:r>
              <a:rPr dirty="0" spc="-470"/>
              <a:t> </a:t>
            </a:r>
            <a:r>
              <a:rPr dirty="0" spc="-95"/>
              <a:t>Processing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900" y="1876044"/>
            <a:ext cx="6428232" cy="33545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27119" y="1929931"/>
            <a:ext cx="1321294" cy="2680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32511"/>
            <a:ext cx="3427729" cy="1300480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 spc="-10"/>
              <a:t>Color </a:t>
            </a:r>
            <a:r>
              <a:rPr dirty="0" spc="-270"/>
              <a:t>Transformation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1544" y="153923"/>
            <a:ext cx="4774692" cy="62026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7227" y="6409944"/>
            <a:ext cx="8868156" cy="3291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32511"/>
            <a:ext cx="3427729" cy="1300480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 spc="-10"/>
              <a:t>Color </a:t>
            </a:r>
            <a:r>
              <a:rPr dirty="0" spc="-270"/>
              <a:t>Transformation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5491" y="562355"/>
            <a:ext cx="7813548" cy="4383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2337" y="5053584"/>
            <a:ext cx="6810084" cy="104688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Color</a:t>
            </a:r>
            <a:r>
              <a:rPr dirty="0" spc="-440"/>
              <a:t> </a:t>
            </a:r>
            <a:r>
              <a:rPr dirty="0" spc="-110"/>
              <a:t>Complements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457" y="1624089"/>
            <a:ext cx="3939159" cy="39324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12714" y="5301197"/>
            <a:ext cx="520700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Arial MT"/>
                <a:cs typeface="Arial MT"/>
              </a:rPr>
              <a:t>Green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3132" y="5310468"/>
            <a:ext cx="567690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Arial MT"/>
                <a:cs typeface="Arial MT"/>
              </a:rPr>
              <a:t>Yellow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98599" y="3454491"/>
            <a:ext cx="354330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Arial MT"/>
                <a:cs typeface="Arial MT"/>
              </a:rPr>
              <a:t>Red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4783" y="1656384"/>
            <a:ext cx="723900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Arial MT"/>
                <a:cs typeface="Arial MT"/>
              </a:rPr>
              <a:t>Magenta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6514" y="1657326"/>
            <a:ext cx="403860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Arial MT"/>
                <a:cs typeface="Arial MT"/>
              </a:rPr>
              <a:t>Blue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9097" y="3428581"/>
            <a:ext cx="43243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Arial MT"/>
                <a:cs typeface="Arial MT"/>
              </a:rPr>
              <a:t>Cyan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 rot="20700000">
            <a:off x="5823363" y="3507068"/>
            <a:ext cx="1126738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10">
                <a:latin typeface="Arial MT"/>
                <a:cs typeface="Arial MT"/>
              </a:rPr>
              <a:t>Co</a:t>
            </a:r>
            <a:r>
              <a:rPr dirty="0" baseline="1984" sz="2100" spc="-15">
                <a:latin typeface="Arial MT"/>
                <a:cs typeface="Arial MT"/>
              </a:rPr>
              <a:t>mple</a:t>
            </a:r>
            <a:r>
              <a:rPr dirty="0" baseline="3968" sz="2100" spc="-15">
                <a:latin typeface="Arial MT"/>
                <a:cs typeface="Arial MT"/>
              </a:rPr>
              <a:t>men</a:t>
            </a:r>
            <a:r>
              <a:rPr dirty="0" baseline="5952" sz="2100" spc="-15">
                <a:latin typeface="Arial MT"/>
                <a:cs typeface="Arial MT"/>
              </a:rPr>
              <a:t>ts</a:t>
            </a:r>
            <a:endParaRPr baseline="5952" sz="2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13541" y="2916131"/>
            <a:ext cx="2787650" cy="1377315"/>
            <a:chOff x="5013541" y="2916131"/>
            <a:chExt cx="2787650" cy="1377315"/>
          </a:xfrm>
        </p:grpSpPr>
        <p:sp>
          <p:nvSpPr>
            <p:cNvPr id="12" name="object 12"/>
            <p:cNvSpPr/>
            <p:nvPr/>
          </p:nvSpPr>
          <p:spPr>
            <a:xfrm>
              <a:off x="5158729" y="3238646"/>
              <a:ext cx="2519680" cy="720725"/>
            </a:xfrm>
            <a:custGeom>
              <a:avLst/>
              <a:gdLst/>
              <a:ahLst/>
              <a:cxnLst/>
              <a:rect l="l" t="t" r="r" b="b"/>
              <a:pathLst>
                <a:path w="2519679" h="720725">
                  <a:moveTo>
                    <a:pt x="647991" y="535833"/>
                  </a:moveTo>
                  <a:lnTo>
                    <a:pt x="0" y="720335"/>
                  </a:lnTo>
                </a:path>
                <a:path w="2519679" h="720725">
                  <a:moveTo>
                    <a:pt x="2519091" y="0"/>
                  </a:moveTo>
                  <a:lnTo>
                    <a:pt x="1832172" y="195163"/>
                  </a:lnTo>
                </a:path>
              </a:pathLst>
            </a:custGeom>
            <a:ln w="22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3541" y="3892219"/>
              <a:ext cx="195745" cy="11171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05056" y="3199274"/>
              <a:ext cx="195670" cy="1060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795580" y="3931158"/>
              <a:ext cx="1050290" cy="351155"/>
            </a:xfrm>
            <a:custGeom>
              <a:avLst/>
              <a:gdLst/>
              <a:ahLst/>
              <a:cxnLst/>
              <a:rect l="l" t="t" r="r" b="b"/>
              <a:pathLst>
                <a:path w="1050290" h="351154">
                  <a:moveTo>
                    <a:pt x="1050171" y="173368"/>
                  </a:moveTo>
                  <a:lnTo>
                    <a:pt x="1012001" y="205771"/>
                  </a:lnTo>
                  <a:lnTo>
                    <a:pt x="970579" y="235910"/>
                  </a:lnTo>
                  <a:lnTo>
                    <a:pt x="926392" y="263294"/>
                  </a:lnTo>
                  <a:lnTo>
                    <a:pt x="879928" y="287434"/>
                  </a:lnTo>
                  <a:lnTo>
                    <a:pt x="831673" y="307838"/>
                  </a:lnTo>
                  <a:lnTo>
                    <a:pt x="782114" y="324017"/>
                  </a:lnTo>
                  <a:lnTo>
                    <a:pt x="732658" y="336250"/>
                  </a:lnTo>
                  <a:lnTo>
                    <a:pt x="683269" y="344753"/>
                  </a:lnTo>
                  <a:lnTo>
                    <a:pt x="634097" y="349610"/>
                  </a:lnTo>
                  <a:lnTo>
                    <a:pt x="585293" y="350906"/>
                  </a:lnTo>
                  <a:lnTo>
                    <a:pt x="537008" y="348724"/>
                  </a:lnTo>
                  <a:lnTo>
                    <a:pt x="489393" y="343148"/>
                  </a:lnTo>
                  <a:lnTo>
                    <a:pt x="442598" y="334262"/>
                  </a:lnTo>
                  <a:lnTo>
                    <a:pt x="396775" y="322150"/>
                  </a:lnTo>
                  <a:lnTo>
                    <a:pt x="352075" y="306896"/>
                  </a:lnTo>
                  <a:lnTo>
                    <a:pt x="308648" y="288583"/>
                  </a:lnTo>
                  <a:lnTo>
                    <a:pt x="266645" y="267297"/>
                  </a:lnTo>
                  <a:lnTo>
                    <a:pt x="226217" y="243119"/>
                  </a:lnTo>
                  <a:lnTo>
                    <a:pt x="187515" y="216136"/>
                  </a:lnTo>
                  <a:lnTo>
                    <a:pt x="150690" y="186430"/>
                  </a:lnTo>
                  <a:lnTo>
                    <a:pt x="115893" y="154085"/>
                  </a:lnTo>
                  <a:lnTo>
                    <a:pt x="83274" y="119186"/>
                  </a:lnTo>
                  <a:lnTo>
                    <a:pt x="52985" y="81816"/>
                  </a:lnTo>
                  <a:lnTo>
                    <a:pt x="25177" y="42059"/>
                  </a:lnTo>
                  <a:lnTo>
                    <a:pt x="0" y="0"/>
                  </a:lnTo>
                </a:path>
              </a:pathLst>
            </a:custGeom>
            <a:ln w="22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8454" y="3986787"/>
              <a:ext cx="173049" cy="1789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24141" y="2927257"/>
              <a:ext cx="1140460" cy="1177290"/>
            </a:xfrm>
            <a:custGeom>
              <a:avLst/>
              <a:gdLst/>
              <a:ahLst/>
              <a:cxnLst/>
              <a:rect l="l" t="t" r="r" b="b"/>
              <a:pathLst>
                <a:path w="1140459" h="1177289">
                  <a:moveTo>
                    <a:pt x="1139146" y="640869"/>
                  </a:moveTo>
                  <a:lnTo>
                    <a:pt x="1139974" y="692204"/>
                  </a:lnTo>
                  <a:lnTo>
                    <a:pt x="1136974" y="742917"/>
                  </a:lnTo>
                  <a:lnTo>
                    <a:pt x="1130259" y="792833"/>
                  </a:lnTo>
                  <a:lnTo>
                    <a:pt x="1119946" y="841775"/>
                  </a:lnTo>
                  <a:lnTo>
                    <a:pt x="1106148" y="889569"/>
                  </a:lnTo>
                  <a:lnTo>
                    <a:pt x="1088979" y="936040"/>
                  </a:lnTo>
                  <a:lnTo>
                    <a:pt x="1068555" y="981013"/>
                  </a:lnTo>
                  <a:lnTo>
                    <a:pt x="1044990" y="1024312"/>
                  </a:lnTo>
                  <a:lnTo>
                    <a:pt x="1018398" y="1065762"/>
                  </a:lnTo>
                  <a:lnTo>
                    <a:pt x="988895" y="1105188"/>
                  </a:lnTo>
                  <a:lnTo>
                    <a:pt x="956593" y="1142415"/>
                  </a:lnTo>
                  <a:lnTo>
                    <a:pt x="921609" y="1177268"/>
                  </a:lnTo>
                </a:path>
                <a:path w="1140459" h="1177289">
                  <a:moveTo>
                    <a:pt x="0" y="187998"/>
                  </a:moveTo>
                  <a:lnTo>
                    <a:pt x="40329" y="153289"/>
                  </a:lnTo>
                  <a:lnTo>
                    <a:pt x="83354" y="121437"/>
                  </a:lnTo>
                  <a:lnTo>
                    <a:pt x="128915" y="92630"/>
                  </a:lnTo>
                  <a:lnTo>
                    <a:pt x="176847" y="67057"/>
                  </a:lnTo>
                  <a:lnTo>
                    <a:pt x="226989" y="44906"/>
                  </a:lnTo>
                  <a:lnTo>
                    <a:pt x="279178" y="26366"/>
                  </a:lnTo>
                  <a:lnTo>
                    <a:pt x="327730" y="14171"/>
                  </a:lnTo>
                  <a:lnTo>
                    <a:pt x="376312" y="5776"/>
                  </a:lnTo>
                  <a:lnTo>
                    <a:pt x="424766" y="1084"/>
                  </a:lnTo>
                  <a:lnTo>
                    <a:pt x="472938" y="0"/>
                  </a:lnTo>
                  <a:lnTo>
                    <a:pt x="520672" y="2424"/>
                  </a:lnTo>
                  <a:lnTo>
                    <a:pt x="567811" y="8260"/>
                  </a:lnTo>
                  <a:lnTo>
                    <a:pt x="614200" y="17411"/>
                  </a:lnTo>
                  <a:lnTo>
                    <a:pt x="659683" y="29780"/>
                  </a:lnTo>
                  <a:lnTo>
                    <a:pt x="704105" y="45269"/>
                  </a:lnTo>
                  <a:lnTo>
                    <a:pt x="747308" y="63781"/>
                  </a:lnTo>
                  <a:lnTo>
                    <a:pt x="789139" y="85218"/>
                  </a:lnTo>
                  <a:lnTo>
                    <a:pt x="829440" y="109485"/>
                  </a:lnTo>
                  <a:lnTo>
                    <a:pt x="868055" y="136483"/>
                  </a:lnTo>
                  <a:lnTo>
                    <a:pt x="904830" y="166114"/>
                  </a:lnTo>
                  <a:lnTo>
                    <a:pt x="939609" y="198283"/>
                  </a:lnTo>
                  <a:lnTo>
                    <a:pt x="972234" y="232892"/>
                  </a:lnTo>
                  <a:lnTo>
                    <a:pt x="1002551" y="269843"/>
                  </a:lnTo>
                  <a:lnTo>
                    <a:pt x="1030404" y="309039"/>
                  </a:lnTo>
                  <a:lnTo>
                    <a:pt x="1055637" y="350384"/>
                  </a:lnTo>
                </a:path>
              </a:pathLst>
            </a:custGeom>
            <a:ln w="22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4544" y="3037454"/>
              <a:ext cx="173105" cy="17293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710797" y="3115256"/>
              <a:ext cx="213360" cy="525780"/>
            </a:xfrm>
            <a:custGeom>
              <a:avLst/>
              <a:gdLst/>
              <a:ahLst/>
              <a:cxnLst/>
              <a:rect l="l" t="t" r="r" b="b"/>
              <a:pathLst>
                <a:path w="213360" h="525779">
                  <a:moveTo>
                    <a:pt x="822" y="525209"/>
                  </a:moveTo>
                  <a:lnTo>
                    <a:pt x="0" y="475179"/>
                  </a:lnTo>
                  <a:lnTo>
                    <a:pt x="3002" y="425787"/>
                  </a:lnTo>
                  <a:lnTo>
                    <a:pt x="9693" y="377182"/>
                  </a:lnTo>
                  <a:lnTo>
                    <a:pt x="19936" y="329515"/>
                  </a:lnTo>
                  <a:lnTo>
                    <a:pt x="33595" y="282936"/>
                  </a:lnTo>
                  <a:lnTo>
                    <a:pt x="50531" y="237596"/>
                  </a:lnTo>
                  <a:lnTo>
                    <a:pt x="70609" y="193646"/>
                  </a:lnTo>
                  <a:lnTo>
                    <a:pt x="93693" y="151235"/>
                  </a:lnTo>
                  <a:lnTo>
                    <a:pt x="119645" y="110515"/>
                  </a:lnTo>
                  <a:lnTo>
                    <a:pt x="148328" y="71635"/>
                  </a:lnTo>
                  <a:lnTo>
                    <a:pt x="179607" y="34747"/>
                  </a:lnTo>
                  <a:lnTo>
                    <a:pt x="213344" y="0"/>
                  </a:lnTo>
                </a:path>
              </a:pathLst>
            </a:custGeom>
            <a:ln w="222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959" y="1686530"/>
            <a:ext cx="1112463" cy="64640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Color</a:t>
            </a:r>
            <a:r>
              <a:rPr dirty="0" spc="-425"/>
              <a:t> </a:t>
            </a:r>
            <a:r>
              <a:rPr dirty="0" spc="-185"/>
              <a:t>Complement</a:t>
            </a:r>
            <a:r>
              <a:rPr dirty="0" spc="-415"/>
              <a:t> </a:t>
            </a:r>
            <a:r>
              <a:rPr dirty="0" spc="-270"/>
              <a:t>Transformation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8939" y="1170432"/>
            <a:ext cx="5576316" cy="55275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1740" y="1215897"/>
            <a:ext cx="1486475" cy="42434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Color</a:t>
            </a:r>
            <a:r>
              <a:rPr dirty="0" spc="-440"/>
              <a:t> </a:t>
            </a:r>
            <a:r>
              <a:rPr dirty="0" spc="-135"/>
              <a:t>Slicing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9855" y="1425067"/>
            <a:ext cx="65544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Trebuchet MS"/>
                <a:cs typeface="Trebuchet MS"/>
              </a:rPr>
              <a:t>How</a:t>
            </a:r>
            <a:r>
              <a:rPr dirty="0" sz="2800" spc="-245">
                <a:latin typeface="Trebuchet MS"/>
                <a:cs typeface="Trebuchet MS"/>
              </a:rPr>
              <a:t> </a:t>
            </a:r>
            <a:r>
              <a:rPr dirty="0" sz="2800" spc="-110">
                <a:latin typeface="Trebuchet MS"/>
                <a:cs typeface="Trebuchet MS"/>
              </a:rPr>
              <a:t>to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-114">
                <a:latin typeface="Trebuchet MS"/>
                <a:cs typeface="Trebuchet MS"/>
              </a:rPr>
              <a:t>take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80">
                <a:solidFill>
                  <a:srgbClr val="1709CD"/>
                </a:solidFill>
                <a:latin typeface="Trebuchet MS"/>
                <a:cs typeface="Trebuchet MS"/>
              </a:rPr>
              <a:t>region</a:t>
            </a:r>
            <a:r>
              <a:rPr dirty="0" sz="2800" spc="-24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dirty="0" sz="2800" spc="-100">
                <a:solidFill>
                  <a:srgbClr val="1709CD"/>
                </a:solidFill>
                <a:latin typeface="Trebuchet MS"/>
                <a:cs typeface="Trebuchet MS"/>
              </a:rPr>
              <a:t>of</a:t>
            </a:r>
            <a:r>
              <a:rPr dirty="0" sz="2800" spc="-24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1709CD"/>
                </a:solidFill>
                <a:latin typeface="Trebuchet MS"/>
                <a:cs typeface="Trebuchet MS"/>
              </a:rPr>
              <a:t>colors</a:t>
            </a:r>
            <a:r>
              <a:rPr dirty="0" sz="2800" spc="-215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dirty="0" sz="2800" spc="-100">
                <a:latin typeface="Trebuchet MS"/>
                <a:cs typeface="Trebuchet MS"/>
              </a:rPr>
              <a:t>of</a:t>
            </a:r>
            <a:r>
              <a:rPr dirty="0" sz="2800" spc="-23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interest?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380" y="5828182"/>
            <a:ext cx="19018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Sphere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region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2091" y="5828182"/>
            <a:ext cx="164401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Cube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region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72639" y="2122932"/>
            <a:ext cx="4191000" cy="3698875"/>
            <a:chOff x="2072639" y="2122932"/>
            <a:chExt cx="4191000" cy="36988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2639" y="2122932"/>
              <a:ext cx="4191000" cy="36987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68039" y="3570732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609600" y="0"/>
                  </a:moveTo>
                  <a:lnTo>
                    <a:pt x="559602" y="1894"/>
                  </a:lnTo>
                  <a:lnTo>
                    <a:pt x="510718" y="7480"/>
                  </a:lnTo>
                  <a:lnTo>
                    <a:pt x="463104" y="16611"/>
                  </a:lnTo>
                  <a:lnTo>
                    <a:pt x="416917" y="29138"/>
                  </a:lnTo>
                  <a:lnTo>
                    <a:pt x="372314" y="44916"/>
                  </a:lnTo>
                  <a:lnTo>
                    <a:pt x="329451" y="63796"/>
                  </a:lnTo>
                  <a:lnTo>
                    <a:pt x="288486" y="85632"/>
                  </a:lnTo>
                  <a:lnTo>
                    <a:pt x="249576" y="110276"/>
                  </a:lnTo>
                  <a:lnTo>
                    <a:pt x="212877" y="137582"/>
                  </a:lnTo>
                  <a:lnTo>
                    <a:pt x="178546" y="167401"/>
                  </a:lnTo>
                  <a:lnTo>
                    <a:pt x="146740" y="199588"/>
                  </a:lnTo>
                  <a:lnTo>
                    <a:pt x="117616" y="233994"/>
                  </a:lnTo>
                  <a:lnTo>
                    <a:pt x="91331" y="270474"/>
                  </a:lnTo>
                  <a:lnTo>
                    <a:pt x="68041" y="308878"/>
                  </a:lnTo>
                  <a:lnTo>
                    <a:pt x="47904" y="349061"/>
                  </a:lnTo>
                  <a:lnTo>
                    <a:pt x="31077" y="390875"/>
                  </a:lnTo>
                  <a:lnTo>
                    <a:pt x="17716" y="434173"/>
                  </a:lnTo>
                  <a:lnTo>
                    <a:pt x="7978" y="478808"/>
                  </a:lnTo>
                  <a:lnTo>
                    <a:pt x="2020" y="524632"/>
                  </a:lnTo>
                  <a:lnTo>
                    <a:pt x="0" y="571499"/>
                  </a:lnTo>
                  <a:lnTo>
                    <a:pt x="2020" y="618367"/>
                  </a:lnTo>
                  <a:lnTo>
                    <a:pt x="7978" y="664191"/>
                  </a:lnTo>
                  <a:lnTo>
                    <a:pt x="17716" y="708826"/>
                  </a:lnTo>
                  <a:lnTo>
                    <a:pt x="31077" y="752124"/>
                  </a:lnTo>
                  <a:lnTo>
                    <a:pt x="47904" y="793938"/>
                  </a:lnTo>
                  <a:lnTo>
                    <a:pt x="68041" y="834121"/>
                  </a:lnTo>
                  <a:lnTo>
                    <a:pt x="91331" y="872525"/>
                  </a:lnTo>
                  <a:lnTo>
                    <a:pt x="117616" y="909005"/>
                  </a:lnTo>
                  <a:lnTo>
                    <a:pt x="146740" y="943411"/>
                  </a:lnTo>
                  <a:lnTo>
                    <a:pt x="178546" y="975598"/>
                  </a:lnTo>
                  <a:lnTo>
                    <a:pt x="212877" y="1005417"/>
                  </a:lnTo>
                  <a:lnTo>
                    <a:pt x="249576" y="1032723"/>
                  </a:lnTo>
                  <a:lnTo>
                    <a:pt x="288486" y="1057367"/>
                  </a:lnTo>
                  <a:lnTo>
                    <a:pt x="329451" y="1079203"/>
                  </a:lnTo>
                  <a:lnTo>
                    <a:pt x="372314" y="1098083"/>
                  </a:lnTo>
                  <a:lnTo>
                    <a:pt x="416917" y="1113861"/>
                  </a:lnTo>
                  <a:lnTo>
                    <a:pt x="463104" y="1126388"/>
                  </a:lnTo>
                  <a:lnTo>
                    <a:pt x="510718" y="1135519"/>
                  </a:lnTo>
                  <a:lnTo>
                    <a:pt x="559602" y="1141105"/>
                  </a:lnTo>
                  <a:lnTo>
                    <a:pt x="609600" y="1142999"/>
                  </a:lnTo>
                  <a:lnTo>
                    <a:pt x="659597" y="1141105"/>
                  </a:lnTo>
                  <a:lnTo>
                    <a:pt x="708481" y="1135519"/>
                  </a:lnTo>
                  <a:lnTo>
                    <a:pt x="756095" y="1126388"/>
                  </a:lnTo>
                  <a:lnTo>
                    <a:pt x="802282" y="1113861"/>
                  </a:lnTo>
                  <a:lnTo>
                    <a:pt x="846885" y="1098083"/>
                  </a:lnTo>
                  <a:lnTo>
                    <a:pt x="889748" y="1079203"/>
                  </a:lnTo>
                  <a:lnTo>
                    <a:pt x="930713" y="1057367"/>
                  </a:lnTo>
                  <a:lnTo>
                    <a:pt x="969623" y="1032723"/>
                  </a:lnTo>
                  <a:lnTo>
                    <a:pt x="1006322" y="1005417"/>
                  </a:lnTo>
                  <a:lnTo>
                    <a:pt x="1040653" y="975598"/>
                  </a:lnTo>
                  <a:lnTo>
                    <a:pt x="1072459" y="943411"/>
                  </a:lnTo>
                  <a:lnTo>
                    <a:pt x="1101583" y="909005"/>
                  </a:lnTo>
                  <a:lnTo>
                    <a:pt x="1127868" y="872525"/>
                  </a:lnTo>
                  <a:lnTo>
                    <a:pt x="1151158" y="834121"/>
                  </a:lnTo>
                  <a:lnTo>
                    <a:pt x="1171295" y="793938"/>
                  </a:lnTo>
                  <a:lnTo>
                    <a:pt x="1188122" y="752124"/>
                  </a:lnTo>
                  <a:lnTo>
                    <a:pt x="1201483" y="708826"/>
                  </a:lnTo>
                  <a:lnTo>
                    <a:pt x="1211221" y="664191"/>
                  </a:lnTo>
                  <a:lnTo>
                    <a:pt x="1217179" y="618367"/>
                  </a:lnTo>
                  <a:lnTo>
                    <a:pt x="1219200" y="571499"/>
                  </a:lnTo>
                  <a:lnTo>
                    <a:pt x="1217179" y="524632"/>
                  </a:lnTo>
                  <a:lnTo>
                    <a:pt x="1211221" y="478808"/>
                  </a:lnTo>
                  <a:lnTo>
                    <a:pt x="1201483" y="434173"/>
                  </a:lnTo>
                  <a:lnTo>
                    <a:pt x="1188122" y="390875"/>
                  </a:lnTo>
                  <a:lnTo>
                    <a:pt x="1171295" y="349061"/>
                  </a:lnTo>
                  <a:lnTo>
                    <a:pt x="1151158" y="308878"/>
                  </a:lnTo>
                  <a:lnTo>
                    <a:pt x="1127868" y="270474"/>
                  </a:lnTo>
                  <a:lnTo>
                    <a:pt x="1101583" y="233994"/>
                  </a:lnTo>
                  <a:lnTo>
                    <a:pt x="1072459" y="199588"/>
                  </a:lnTo>
                  <a:lnTo>
                    <a:pt x="1040653" y="167401"/>
                  </a:lnTo>
                  <a:lnTo>
                    <a:pt x="1006322" y="137582"/>
                  </a:lnTo>
                  <a:lnTo>
                    <a:pt x="969623" y="110276"/>
                  </a:lnTo>
                  <a:lnTo>
                    <a:pt x="930713" y="85632"/>
                  </a:lnTo>
                  <a:lnTo>
                    <a:pt x="889748" y="63796"/>
                  </a:lnTo>
                  <a:lnTo>
                    <a:pt x="846885" y="44916"/>
                  </a:lnTo>
                  <a:lnTo>
                    <a:pt x="802282" y="29138"/>
                  </a:lnTo>
                  <a:lnTo>
                    <a:pt x="756095" y="16611"/>
                  </a:lnTo>
                  <a:lnTo>
                    <a:pt x="708481" y="7480"/>
                  </a:lnTo>
                  <a:lnTo>
                    <a:pt x="659597" y="189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68039" y="3570732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0" y="571499"/>
                  </a:moveTo>
                  <a:lnTo>
                    <a:pt x="2020" y="524632"/>
                  </a:lnTo>
                  <a:lnTo>
                    <a:pt x="7978" y="478808"/>
                  </a:lnTo>
                  <a:lnTo>
                    <a:pt x="17716" y="434173"/>
                  </a:lnTo>
                  <a:lnTo>
                    <a:pt x="31077" y="390875"/>
                  </a:lnTo>
                  <a:lnTo>
                    <a:pt x="47904" y="349061"/>
                  </a:lnTo>
                  <a:lnTo>
                    <a:pt x="68041" y="308878"/>
                  </a:lnTo>
                  <a:lnTo>
                    <a:pt x="91331" y="270474"/>
                  </a:lnTo>
                  <a:lnTo>
                    <a:pt x="117616" y="233994"/>
                  </a:lnTo>
                  <a:lnTo>
                    <a:pt x="146740" y="199588"/>
                  </a:lnTo>
                  <a:lnTo>
                    <a:pt x="178546" y="167401"/>
                  </a:lnTo>
                  <a:lnTo>
                    <a:pt x="212877" y="137582"/>
                  </a:lnTo>
                  <a:lnTo>
                    <a:pt x="249576" y="110276"/>
                  </a:lnTo>
                  <a:lnTo>
                    <a:pt x="288486" y="85632"/>
                  </a:lnTo>
                  <a:lnTo>
                    <a:pt x="329451" y="63796"/>
                  </a:lnTo>
                  <a:lnTo>
                    <a:pt x="372314" y="44916"/>
                  </a:lnTo>
                  <a:lnTo>
                    <a:pt x="416917" y="29138"/>
                  </a:lnTo>
                  <a:lnTo>
                    <a:pt x="463104" y="16611"/>
                  </a:lnTo>
                  <a:lnTo>
                    <a:pt x="510718" y="7480"/>
                  </a:lnTo>
                  <a:lnTo>
                    <a:pt x="559602" y="1894"/>
                  </a:lnTo>
                  <a:lnTo>
                    <a:pt x="609600" y="0"/>
                  </a:lnTo>
                  <a:lnTo>
                    <a:pt x="659597" y="1894"/>
                  </a:lnTo>
                  <a:lnTo>
                    <a:pt x="708481" y="7480"/>
                  </a:lnTo>
                  <a:lnTo>
                    <a:pt x="756095" y="16611"/>
                  </a:lnTo>
                  <a:lnTo>
                    <a:pt x="802282" y="29138"/>
                  </a:lnTo>
                  <a:lnTo>
                    <a:pt x="846885" y="44916"/>
                  </a:lnTo>
                  <a:lnTo>
                    <a:pt x="889748" y="63796"/>
                  </a:lnTo>
                  <a:lnTo>
                    <a:pt x="930713" y="85632"/>
                  </a:lnTo>
                  <a:lnTo>
                    <a:pt x="969623" y="110276"/>
                  </a:lnTo>
                  <a:lnTo>
                    <a:pt x="1006322" y="137582"/>
                  </a:lnTo>
                  <a:lnTo>
                    <a:pt x="1040653" y="167401"/>
                  </a:lnTo>
                  <a:lnTo>
                    <a:pt x="1072459" y="199588"/>
                  </a:lnTo>
                  <a:lnTo>
                    <a:pt x="1101583" y="233994"/>
                  </a:lnTo>
                  <a:lnTo>
                    <a:pt x="1127868" y="270474"/>
                  </a:lnTo>
                  <a:lnTo>
                    <a:pt x="1151158" y="308878"/>
                  </a:lnTo>
                  <a:lnTo>
                    <a:pt x="1171295" y="349061"/>
                  </a:lnTo>
                  <a:lnTo>
                    <a:pt x="1188122" y="390875"/>
                  </a:lnTo>
                  <a:lnTo>
                    <a:pt x="1201483" y="434173"/>
                  </a:lnTo>
                  <a:lnTo>
                    <a:pt x="1211221" y="478808"/>
                  </a:lnTo>
                  <a:lnTo>
                    <a:pt x="1217179" y="524632"/>
                  </a:lnTo>
                  <a:lnTo>
                    <a:pt x="1219200" y="571499"/>
                  </a:lnTo>
                  <a:lnTo>
                    <a:pt x="1217179" y="618367"/>
                  </a:lnTo>
                  <a:lnTo>
                    <a:pt x="1211221" y="664191"/>
                  </a:lnTo>
                  <a:lnTo>
                    <a:pt x="1201483" y="708826"/>
                  </a:lnTo>
                  <a:lnTo>
                    <a:pt x="1188122" y="752124"/>
                  </a:lnTo>
                  <a:lnTo>
                    <a:pt x="1171295" y="793938"/>
                  </a:lnTo>
                  <a:lnTo>
                    <a:pt x="1151158" y="834121"/>
                  </a:lnTo>
                  <a:lnTo>
                    <a:pt x="1127868" y="872525"/>
                  </a:lnTo>
                  <a:lnTo>
                    <a:pt x="1101583" y="909005"/>
                  </a:lnTo>
                  <a:lnTo>
                    <a:pt x="1072459" y="943411"/>
                  </a:lnTo>
                  <a:lnTo>
                    <a:pt x="1040653" y="975598"/>
                  </a:lnTo>
                  <a:lnTo>
                    <a:pt x="1006322" y="1005417"/>
                  </a:lnTo>
                  <a:lnTo>
                    <a:pt x="969623" y="1032723"/>
                  </a:lnTo>
                  <a:lnTo>
                    <a:pt x="930713" y="1057367"/>
                  </a:lnTo>
                  <a:lnTo>
                    <a:pt x="889748" y="1079203"/>
                  </a:lnTo>
                  <a:lnTo>
                    <a:pt x="846885" y="1098083"/>
                  </a:lnTo>
                  <a:lnTo>
                    <a:pt x="802282" y="1113861"/>
                  </a:lnTo>
                  <a:lnTo>
                    <a:pt x="756095" y="1126388"/>
                  </a:lnTo>
                  <a:lnTo>
                    <a:pt x="708481" y="1135519"/>
                  </a:lnTo>
                  <a:lnTo>
                    <a:pt x="659597" y="1141105"/>
                  </a:lnTo>
                  <a:lnTo>
                    <a:pt x="609600" y="1142999"/>
                  </a:lnTo>
                  <a:lnTo>
                    <a:pt x="559602" y="1141105"/>
                  </a:lnTo>
                  <a:lnTo>
                    <a:pt x="510718" y="1135519"/>
                  </a:lnTo>
                  <a:lnTo>
                    <a:pt x="463104" y="1126388"/>
                  </a:lnTo>
                  <a:lnTo>
                    <a:pt x="416917" y="1113861"/>
                  </a:lnTo>
                  <a:lnTo>
                    <a:pt x="372314" y="1098083"/>
                  </a:lnTo>
                  <a:lnTo>
                    <a:pt x="329451" y="1079203"/>
                  </a:lnTo>
                  <a:lnTo>
                    <a:pt x="288486" y="1057367"/>
                  </a:lnTo>
                  <a:lnTo>
                    <a:pt x="249576" y="1032723"/>
                  </a:lnTo>
                  <a:lnTo>
                    <a:pt x="212877" y="1005417"/>
                  </a:lnTo>
                  <a:lnTo>
                    <a:pt x="178546" y="975598"/>
                  </a:lnTo>
                  <a:lnTo>
                    <a:pt x="146740" y="943411"/>
                  </a:lnTo>
                  <a:lnTo>
                    <a:pt x="117616" y="909005"/>
                  </a:lnTo>
                  <a:lnTo>
                    <a:pt x="91331" y="872525"/>
                  </a:lnTo>
                  <a:lnTo>
                    <a:pt x="68041" y="834121"/>
                  </a:lnTo>
                  <a:lnTo>
                    <a:pt x="47904" y="793938"/>
                  </a:lnTo>
                  <a:lnTo>
                    <a:pt x="31077" y="752124"/>
                  </a:lnTo>
                  <a:lnTo>
                    <a:pt x="17716" y="708826"/>
                  </a:lnTo>
                  <a:lnTo>
                    <a:pt x="7978" y="664191"/>
                  </a:lnTo>
                  <a:lnTo>
                    <a:pt x="2020" y="618367"/>
                  </a:lnTo>
                  <a:lnTo>
                    <a:pt x="0" y="5714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68039" y="4104132"/>
              <a:ext cx="1219200" cy="152400"/>
            </a:xfrm>
            <a:custGeom>
              <a:avLst/>
              <a:gdLst/>
              <a:ahLst/>
              <a:cxnLst/>
              <a:rect l="l" t="t" r="r" b="b"/>
              <a:pathLst>
                <a:path w="1219200" h="152400">
                  <a:moveTo>
                    <a:pt x="609600" y="0"/>
                  </a:moveTo>
                  <a:lnTo>
                    <a:pt x="533132" y="594"/>
                  </a:lnTo>
                  <a:lnTo>
                    <a:pt x="459499" y="2330"/>
                  </a:lnTo>
                  <a:lnTo>
                    <a:pt x="389272" y="5134"/>
                  </a:lnTo>
                  <a:lnTo>
                    <a:pt x="323022" y="8937"/>
                  </a:lnTo>
                  <a:lnTo>
                    <a:pt x="261320" y="13665"/>
                  </a:lnTo>
                  <a:lnTo>
                    <a:pt x="204738" y="19247"/>
                  </a:lnTo>
                  <a:lnTo>
                    <a:pt x="153847" y="25611"/>
                  </a:lnTo>
                  <a:lnTo>
                    <a:pt x="109218" y="32685"/>
                  </a:lnTo>
                  <a:lnTo>
                    <a:pt x="71423" y="40398"/>
                  </a:lnTo>
                  <a:lnTo>
                    <a:pt x="18617" y="57453"/>
                  </a:lnTo>
                  <a:lnTo>
                    <a:pt x="0" y="76200"/>
                  </a:lnTo>
                  <a:lnTo>
                    <a:pt x="4749" y="85749"/>
                  </a:lnTo>
                  <a:lnTo>
                    <a:pt x="41032" y="103721"/>
                  </a:lnTo>
                  <a:lnTo>
                    <a:pt x="109218" y="119714"/>
                  </a:lnTo>
                  <a:lnTo>
                    <a:pt x="153847" y="126788"/>
                  </a:lnTo>
                  <a:lnTo>
                    <a:pt x="204738" y="133152"/>
                  </a:lnTo>
                  <a:lnTo>
                    <a:pt x="261320" y="138734"/>
                  </a:lnTo>
                  <a:lnTo>
                    <a:pt x="323022" y="143462"/>
                  </a:lnTo>
                  <a:lnTo>
                    <a:pt x="389272" y="147265"/>
                  </a:lnTo>
                  <a:lnTo>
                    <a:pt x="459499" y="150069"/>
                  </a:lnTo>
                  <a:lnTo>
                    <a:pt x="533132" y="151805"/>
                  </a:lnTo>
                  <a:lnTo>
                    <a:pt x="609600" y="152400"/>
                  </a:lnTo>
                  <a:lnTo>
                    <a:pt x="686067" y="151805"/>
                  </a:lnTo>
                  <a:lnTo>
                    <a:pt x="759700" y="150069"/>
                  </a:lnTo>
                  <a:lnTo>
                    <a:pt x="829927" y="147265"/>
                  </a:lnTo>
                  <a:lnTo>
                    <a:pt x="896177" y="143462"/>
                  </a:lnTo>
                  <a:lnTo>
                    <a:pt x="957879" y="138734"/>
                  </a:lnTo>
                  <a:lnTo>
                    <a:pt x="1014461" y="133152"/>
                  </a:lnTo>
                  <a:lnTo>
                    <a:pt x="1065352" y="126788"/>
                  </a:lnTo>
                  <a:lnTo>
                    <a:pt x="1109981" y="119714"/>
                  </a:lnTo>
                  <a:lnTo>
                    <a:pt x="1147776" y="112001"/>
                  </a:lnTo>
                  <a:lnTo>
                    <a:pt x="1200582" y="94946"/>
                  </a:lnTo>
                  <a:lnTo>
                    <a:pt x="1219200" y="76200"/>
                  </a:lnTo>
                  <a:lnTo>
                    <a:pt x="1214450" y="66650"/>
                  </a:lnTo>
                  <a:lnTo>
                    <a:pt x="1178167" y="48678"/>
                  </a:lnTo>
                  <a:lnTo>
                    <a:pt x="1109981" y="32685"/>
                  </a:lnTo>
                  <a:lnTo>
                    <a:pt x="1065352" y="25611"/>
                  </a:lnTo>
                  <a:lnTo>
                    <a:pt x="1014461" y="19247"/>
                  </a:lnTo>
                  <a:lnTo>
                    <a:pt x="957879" y="13665"/>
                  </a:lnTo>
                  <a:lnTo>
                    <a:pt x="896177" y="8937"/>
                  </a:lnTo>
                  <a:lnTo>
                    <a:pt x="829927" y="5134"/>
                  </a:lnTo>
                  <a:lnTo>
                    <a:pt x="759700" y="2330"/>
                  </a:lnTo>
                  <a:lnTo>
                    <a:pt x="686067" y="59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68039" y="4104132"/>
              <a:ext cx="1219200" cy="152400"/>
            </a:xfrm>
            <a:custGeom>
              <a:avLst/>
              <a:gdLst/>
              <a:ahLst/>
              <a:cxnLst/>
              <a:rect l="l" t="t" r="r" b="b"/>
              <a:pathLst>
                <a:path w="1219200" h="152400">
                  <a:moveTo>
                    <a:pt x="0" y="76200"/>
                  </a:moveTo>
                  <a:lnTo>
                    <a:pt x="41032" y="48678"/>
                  </a:lnTo>
                  <a:lnTo>
                    <a:pt x="109218" y="32685"/>
                  </a:lnTo>
                  <a:lnTo>
                    <a:pt x="153847" y="25611"/>
                  </a:lnTo>
                  <a:lnTo>
                    <a:pt x="204738" y="19247"/>
                  </a:lnTo>
                  <a:lnTo>
                    <a:pt x="261320" y="13665"/>
                  </a:lnTo>
                  <a:lnTo>
                    <a:pt x="323022" y="8937"/>
                  </a:lnTo>
                  <a:lnTo>
                    <a:pt x="389272" y="5134"/>
                  </a:lnTo>
                  <a:lnTo>
                    <a:pt x="459499" y="2330"/>
                  </a:lnTo>
                  <a:lnTo>
                    <a:pt x="533132" y="594"/>
                  </a:lnTo>
                  <a:lnTo>
                    <a:pt x="609600" y="0"/>
                  </a:lnTo>
                  <a:lnTo>
                    <a:pt x="686067" y="594"/>
                  </a:lnTo>
                  <a:lnTo>
                    <a:pt x="759700" y="2330"/>
                  </a:lnTo>
                  <a:lnTo>
                    <a:pt x="829927" y="5134"/>
                  </a:lnTo>
                  <a:lnTo>
                    <a:pt x="896177" y="8937"/>
                  </a:lnTo>
                  <a:lnTo>
                    <a:pt x="957879" y="13665"/>
                  </a:lnTo>
                  <a:lnTo>
                    <a:pt x="1014461" y="19247"/>
                  </a:lnTo>
                  <a:lnTo>
                    <a:pt x="1065352" y="25611"/>
                  </a:lnTo>
                  <a:lnTo>
                    <a:pt x="1109981" y="32685"/>
                  </a:lnTo>
                  <a:lnTo>
                    <a:pt x="1147776" y="40398"/>
                  </a:lnTo>
                  <a:lnTo>
                    <a:pt x="1200582" y="57453"/>
                  </a:lnTo>
                  <a:lnTo>
                    <a:pt x="1219200" y="76200"/>
                  </a:lnTo>
                  <a:lnTo>
                    <a:pt x="1214450" y="85749"/>
                  </a:lnTo>
                  <a:lnTo>
                    <a:pt x="1178167" y="103721"/>
                  </a:lnTo>
                  <a:lnTo>
                    <a:pt x="1109981" y="119714"/>
                  </a:lnTo>
                  <a:lnTo>
                    <a:pt x="1065352" y="126788"/>
                  </a:lnTo>
                  <a:lnTo>
                    <a:pt x="1014461" y="133152"/>
                  </a:lnTo>
                  <a:lnTo>
                    <a:pt x="957879" y="138734"/>
                  </a:lnTo>
                  <a:lnTo>
                    <a:pt x="896177" y="143462"/>
                  </a:lnTo>
                  <a:lnTo>
                    <a:pt x="829927" y="147265"/>
                  </a:lnTo>
                  <a:lnTo>
                    <a:pt x="759700" y="150069"/>
                  </a:lnTo>
                  <a:lnTo>
                    <a:pt x="686067" y="151805"/>
                  </a:lnTo>
                  <a:lnTo>
                    <a:pt x="609600" y="152400"/>
                  </a:lnTo>
                  <a:lnTo>
                    <a:pt x="533132" y="151805"/>
                  </a:lnTo>
                  <a:lnTo>
                    <a:pt x="459499" y="150069"/>
                  </a:lnTo>
                  <a:lnTo>
                    <a:pt x="389272" y="147265"/>
                  </a:lnTo>
                  <a:lnTo>
                    <a:pt x="323022" y="143462"/>
                  </a:lnTo>
                  <a:lnTo>
                    <a:pt x="261320" y="138734"/>
                  </a:lnTo>
                  <a:lnTo>
                    <a:pt x="204738" y="133152"/>
                  </a:lnTo>
                  <a:lnTo>
                    <a:pt x="153847" y="126788"/>
                  </a:lnTo>
                  <a:lnTo>
                    <a:pt x="109218" y="119714"/>
                  </a:lnTo>
                  <a:lnTo>
                    <a:pt x="71423" y="112001"/>
                  </a:lnTo>
                  <a:lnTo>
                    <a:pt x="18617" y="94946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2877" y="4175569"/>
              <a:ext cx="85725" cy="857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822194" y="4703826"/>
            <a:ext cx="2059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prototype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color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87440" y="2046732"/>
            <a:ext cx="4191000" cy="3698875"/>
            <a:chOff x="6187440" y="2046732"/>
            <a:chExt cx="4191000" cy="369887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7440" y="2046732"/>
              <a:ext cx="4191000" cy="369874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196328" y="3913632"/>
              <a:ext cx="952500" cy="800100"/>
            </a:xfrm>
            <a:custGeom>
              <a:avLst/>
              <a:gdLst/>
              <a:ahLst/>
              <a:cxnLst/>
              <a:rect l="l" t="t" r="r" b="b"/>
              <a:pathLst>
                <a:path w="952500" h="800100">
                  <a:moveTo>
                    <a:pt x="952500" y="0"/>
                  </a:moveTo>
                  <a:lnTo>
                    <a:pt x="0" y="0"/>
                  </a:lnTo>
                  <a:lnTo>
                    <a:pt x="0" y="800100"/>
                  </a:lnTo>
                  <a:lnTo>
                    <a:pt x="952500" y="800100"/>
                  </a:lnTo>
                  <a:lnTo>
                    <a:pt x="9525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148828" y="3646932"/>
              <a:ext cx="266700" cy="1066800"/>
            </a:xfrm>
            <a:custGeom>
              <a:avLst/>
              <a:gdLst/>
              <a:ahLst/>
              <a:cxnLst/>
              <a:rect l="l" t="t" r="r" b="b"/>
              <a:pathLst>
                <a:path w="266700" h="1066800">
                  <a:moveTo>
                    <a:pt x="266700" y="0"/>
                  </a:moveTo>
                  <a:lnTo>
                    <a:pt x="0" y="266700"/>
                  </a:lnTo>
                  <a:lnTo>
                    <a:pt x="0" y="1066800"/>
                  </a:lnTo>
                  <a:lnTo>
                    <a:pt x="266700" y="80010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A3CD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196328" y="3646932"/>
              <a:ext cx="1219200" cy="266700"/>
            </a:xfrm>
            <a:custGeom>
              <a:avLst/>
              <a:gdLst/>
              <a:ahLst/>
              <a:cxnLst/>
              <a:rect l="l" t="t" r="r" b="b"/>
              <a:pathLst>
                <a:path w="1219200" h="266700">
                  <a:moveTo>
                    <a:pt x="1219200" y="0"/>
                  </a:moveTo>
                  <a:lnTo>
                    <a:pt x="266700" y="0"/>
                  </a:lnTo>
                  <a:lnTo>
                    <a:pt x="0" y="266700"/>
                  </a:lnTo>
                  <a:lnTo>
                    <a:pt x="952500" y="2667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D5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196328" y="3646932"/>
              <a:ext cx="1219200" cy="1066800"/>
            </a:xfrm>
            <a:custGeom>
              <a:avLst/>
              <a:gdLst/>
              <a:ahLst/>
              <a:cxnLst/>
              <a:rect l="l" t="t" r="r" b="b"/>
              <a:pathLst>
                <a:path w="1219200" h="1066800">
                  <a:moveTo>
                    <a:pt x="0" y="266700"/>
                  </a:moveTo>
                  <a:lnTo>
                    <a:pt x="266700" y="0"/>
                  </a:lnTo>
                  <a:lnTo>
                    <a:pt x="1219200" y="0"/>
                  </a:lnTo>
                  <a:lnTo>
                    <a:pt x="1219200" y="800100"/>
                  </a:lnTo>
                  <a:lnTo>
                    <a:pt x="952500" y="1066800"/>
                  </a:lnTo>
                  <a:lnTo>
                    <a:pt x="0" y="1066800"/>
                  </a:lnTo>
                  <a:lnTo>
                    <a:pt x="0" y="266700"/>
                  </a:lnTo>
                  <a:close/>
                </a:path>
                <a:path w="1219200" h="1066800">
                  <a:moveTo>
                    <a:pt x="0" y="266700"/>
                  </a:moveTo>
                  <a:lnTo>
                    <a:pt x="952500" y="266700"/>
                  </a:lnTo>
                  <a:lnTo>
                    <a:pt x="1219200" y="0"/>
                  </a:lnTo>
                </a:path>
                <a:path w="1219200" h="1066800">
                  <a:moveTo>
                    <a:pt x="952500" y="266700"/>
                  </a:moveTo>
                  <a:lnTo>
                    <a:pt x="952500" y="1066800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4005" y="4294441"/>
              <a:ext cx="85725" cy="857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751574" y="4375404"/>
              <a:ext cx="917575" cy="462915"/>
            </a:xfrm>
            <a:custGeom>
              <a:avLst/>
              <a:gdLst/>
              <a:ahLst/>
              <a:cxnLst/>
              <a:rect l="l" t="t" r="r" b="b"/>
              <a:pathLst>
                <a:path w="917575" h="462914">
                  <a:moveTo>
                    <a:pt x="846154" y="28407"/>
                  </a:moveTo>
                  <a:lnTo>
                    <a:pt x="0" y="451485"/>
                  </a:lnTo>
                  <a:lnTo>
                    <a:pt x="5587" y="462915"/>
                  </a:lnTo>
                  <a:lnTo>
                    <a:pt x="851810" y="39741"/>
                  </a:lnTo>
                  <a:lnTo>
                    <a:pt x="846154" y="28407"/>
                  </a:lnTo>
                  <a:close/>
                </a:path>
                <a:path w="917575" h="462914">
                  <a:moveTo>
                    <a:pt x="900133" y="22733"/>
                  </a:moveTo>
                  <a:lnTo>
                    <a:pt x="857503" y="22733"/>
                  </a:lnTo>
                  <a:lnTo>
                    <a:pt x="863219" y="34036"/>
                  </a:lnTo>
                  <a:lnTo>
                    <a:pt x="851810" y="39741"/>
                  </a:lnTo>
                  <a:lnTo>
                    <a:pt x="866012" y="68199"/>
                  </a:lnTo>
                  <a:lnTo>
                    <a:pt x="900133" y="22733"/>
                  </a:lnTo>
                  <a:close/>
                </a:path>
                <a:path w="917575" h="462914">
                  <a:moveTo>
                    <a:pt x="857503" y="22733"/>
                  </a:moveTo>
                  <a:lnTo>
                    <a:pt x="846154" y="28407"/>
                  </a:lnTo>
                  <a:lnTo>
                    <a:pt x="851810" y="39741"/>
                  </a:lnTo>
                  <a:lnTo>
                    <a:pt x="863219" y="34036"/>
                  </a:lnTo>
                  <a:lnTo>
                    <a:pt x="857503" y="22733"/>
                  </a:lnTo>
                  <a:close/>
                </a:path>
                <a:path w="917575" h="462914">
                  <a:moveTo>
                    <a:pt x="917194" y="0"/>
                  </a:moveTo>
                  <a:lnTo>
                    <a:pt x="831976" y="0"/>
                  </a:lnTo>
                  <a:lnTo>
                    <a:pt x="846154" y="28407"/>
                  </a:lnTo>
                  <a:lnTo>
                    <a:pt x="857503" y="22733"/>
                  </a:lnTo>
                  <a:lnTo>
                    <a:pt x="900133" y="22733"/>
                  </a:lnTo>
                  <a:lnTo>
                    <a:pt x="9171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191250" y="4822952"/>
            <a:ext cx="2059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prototype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color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9561" y="4265676"/>
            <a:ext cx="852169" cy="530225"/>
          </a:xfrm>
          <a:custGeom>
            <a:avLst/>
            <a:gdLst/>
            <a:ahLst/>
            <a:cxnLst/>
            <a:rect l="l" t="t" r="r" b="b"/>
            <a:pathLst>
              <a:path w="852170" h="530225">
                <a:moveTo>
                  <a:pt x="783970" y="34607"/>
                </a:moveTo>
                <a:lnTo>
                  <a:pt x="0" y="518794"/>
                </a:lnTo>
                <a:lnTo>
                  <a:pt x="6604" y="529717"/>
                </a:lnTo>
                <a:lnTo>
                  <a:pt x="790646" y="45437"/>
                </a:lnTo>
                <a:lnTo>
                  <a:pt x="783970" y="34607"/>
                </a:lnTo>
                <a:close/>
              </a:path>
              <a:path w="852170" h="530225">
                <a:moveTo>
                  <a:pt x="834897" y="27940"/>
                </a:moveTo>
                <a:lnTo>
                  <a:pt x="794765" y="27940"/>
                </a:lnTo>
                <a:lnTo>
                  <a:pt x="801497" y="38735"/>
                </a:lnTo>
                <a:lnTo>
                  <a:pt x="790646" y="45437"/>
                </a:lnTo>
                <a:lnTo>
                  <a:pt x="807338" y="72517"/>
                </a:lnTo>
                <a:lnTo>
                  <a:pt x="834897" y="27940"/>
                </a:lnTo>
                <a:close/>
              </a:path>
              <a:path w="852170" h="530225">
                <a:moveTo>
                  <a:pt x="794765" y="27940"/>
                </a:moveTo>
                <a:lnTo>
                  <a:pt x="783970" y="34607"/>
                </a:lnTo>
                <a:lnTo>
                  <a:pt x="790646" y="45437"/>
                </a:lnTo>
                <a:lnTo>
                  <a:pt x="801497" y="38735"/>
                </a:lnTo>
                <a:lnTo>
                  <a:pt x="794765" y="27940"/>
                </a:lnTo>
                <a:close/>
              </a:path>
              <a:path w="852170" h="530225">
                <a:moveTo>
                  <a:pt x="852170" y="0"/>
                </a:moveTo>
                <a:lnTo>
                  <a:pt x="767334" y="7619"/>
                </a:lnTo>
                <a:lnTo>
                  <a:pt x="783970" y="34607"/>
                </a:lnTo>
                <a:lnTo>
                  <a:pt x="794765" y="27940"/>
                </a:lnTo>
                <a:lnTo>
                  <a:pt x="834897" y="27940"/>
                </a:lnTo>
                <a:lnTo>
                  <a:pt x="8521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Color</a:t>
            </a:r>
            <a:r>
              <a:rPr dirty="0" spc="-440"/>
              <a:t> </a:t>
            </a:r>
            <a:r>
              <a:rPr dirty="0" spc="-170"/>
              <a:t>Slicing</a:t>
            </a:r>
            <a:r>
              <a:rPr dirty="0" spc="-455"/>
              <a:t> </a:t>
            </a:r>
            <a:r>
              <a:rPr dirty="0" spc="-18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6832" y="1446275"/>
            <a:ext cx="7377683" cy="36362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6832" y="5204424"/>
            <a:ext cx="7034392" cy="112790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10"/>
              <a:t>Tonal</a:t>
            </a:r>
            <a:r>
              <a:rPr dirty="0" spc="-484"/>
              <a:t> </a:t>
            </a:r>
            <a:r>
              <a:rPr dirty="0" spc="-180"/>
              <a:t>Correction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0935" y="137160"/>
            <a:ext cx="4920996" cy="61681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0420" y="6356603"/>
            <a:ext cx="8284464" cy="50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Color</a:t>
            </a:r>
            <a:r>
              <a:rPr dirty="0" spc="-440"/>
              <a:t> </a:t>
            </a:r>
            <a:r>
              <a:rPr dirty="0" spc="-110"/>
              <a:t>Balance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55947" y="82296"/>
            <a:ext cx="5153025" cy="6692265"/>
            <a:chOff x="4155947" y="82296"/>
            <a:chExt cx="5153025" cy="6692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947" y="82296"/>
              <a:ext cx="5116067" cy="66918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917448"/>
              <a:ext cx="3800856" cy="43738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0"/>
              <a:t>Histogram</a:t>
            </a:r>
            <a:r>
              <a:rPr dirty="0" spc="-420"/>
              <a:t> </a:t>
            </a:r>
            <a:r>
              <a:rPr dirty="0" spc="-200"/>
              <a:t>Equalization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8228" y="1098803"/>
            <a:ext cx="5623560" cy="56220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42975" y="1321254"/>
            <a:ext cx="1192050" cy="16079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6938009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RGB</a:t>
            </a:r>
            <a:r>
              <a:rPr dirty="0" spc="-455"/>
              <a:t> </a:t>
            </a:r>
            <a:r>
              <a:rPr dirty="0" spc="-135"/>
              <a:t>Color</a:t>
            </a:r>
            <a:r>
              <a:rPr dirty="0" spc="-434"/>
              <a:t> </a:t>
            </a:r>
            <a:r>
              <a:rPr dirty="0" spc="-160"/>
              <a:t>Component</a:t>
            </a:r>
            <a:r>
              <a:rPr dirty="0" spc="-465"/>
              <a:t> </a:t>
            </a:r>
            <a:r>
              <a:rPr dirty="0" spc="-75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5784" y="1155191"/>
            <a:ext cx="5565648" cy="55656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4422" y="1194955"/>
            <a:ext cx="974788" cy="1441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dirty="0" spc="-395"/>
              <a:t> </a:t>
            </a:r>
            <a:r>
              <a:rPr dirty="0" spc="-135"/>
              <a:t>Color</a:t>
            </a:r>
            <a:r>
              <a:rPr dirty="0" spc="-400"/>
              <a:t> </a:t>
            </a:r>
            <a:r>
              <a:rPr dirty="0" spc="-155"/>
              <a:t>Component</a:t>
            </a:r>
            <a:r>
              <a:rPr dirty="0" spc="-434"/>
              <a:t> </a:t>
            </a:r>
            <a:r>
              <a:rPr dirty="0" spc="-9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883" y="1760393"/>
            <a:ext cx="2912712" cy="29114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7814" y="1760393"/>
            <a:ext cx="2920316" cy="29114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1154" y="1760393"/>
            <a:ext cx="2920316" cy="29114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9772" y="4886317"/>
            <a:ext cx="7738567" cy="5674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5"/>
              <a:t>Image</a:t>
            </a:r>
            <a:r>
              <a:rPr dirty="0" spc="-455"/>
              <a:t> </a:t>
            </a:r>
            <a:r>
              <a:rPr dirty="0" spc="-155"/>
              <a:t>Smoothing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7185" y="1752608"/>
            <a:ext cx="2930785" cy="29160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4074" y="1752608"/>
            <a:ext cx="2930785" cy="29160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00879" y="1752608"/>
            <a:ext cx="2930785" cy="29160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98989" y="4900542"/>
            <a:ext cx="7785204" cy="84461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5"/>
              <a:t>Image</a:t>
            </a:r>
            <a:r>
              <a:rPr dirty="0" spc="-455"/>
              <a:t> </a:t>
            </a:r>
            <a:r>
              <a:rPr dirty="0" spc="-170"/>
              <a:t>Sharpening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8726" y="1742217"/>
            <a:ext cx="3030629" cy="30201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0221" y="1742217"/>
            <a:ext cx="3030629" cy="30201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1076" y="1742217"/>
            <a:ext cx="3030629" cy="30201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9646" y="4904232"/>
            <a:ext cx="8956942" cy="74647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5"/>
              <a:t>Image</a:t>
            </a:r>
            <a:r>
              <a:rPr dirty="0" spc="-455"/>
              <a:t> </a:t>
            </a:r>
            <a:r>
              <a:rPr dirty="0" spc="-200"/>
              <a:t>Segmentation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0651" y="137158"/>
            <a:ext cx="2167079" cy="16183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6567" y="137158"/>
            <a:ext cx="2167079" cy="16183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10651" y="1814305"/>
            <a:ext cx="2167079" cy="16228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36567" y="1814415"/>
            <a:ext cx="2167079" cy="16228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0651" y="3495867"/>
            <a:ext cx="2169288" cy="16211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36567" y="3496198"/>
            <a:ext cx="2167079" cy="16228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36567" y="5177982"/>
            <a:ext cx="2169288" cy="1619907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86740" y="5177429"/>
            <a:ext cx="7993380" cy="1630680"/>
            <a:chOff x="586740" y="5177429"/>
            <a:chExt cx="7993380" cy="1630680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10715" y="5177429"/>
              <a:ext cx="2169288" cy="16302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740" y="6106666"/>
              <a:ext cx="5821680" cy="701038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5"/>
              <a:t>Image</a:t>
            </a:r>
            <a:r>
              <a:rPr dirty="0" spc="-455"/>
              <a:t> </a:t>
            </a:r>
            <a:r>
              <a:rPr dirty="0" spc="-200"/>
              <a:t>Segmentation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8331" y="2233840"/>
            <a:ext cx="7122320" cy="23647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2603" y="2174707"/>
            <a:ext cx="1253199" cy="13305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5"/>
              <a:t>Image</a:t>
            </a:r>
            <a:r>
              <a:rPr dirty="0" spc="-455"/>
              <a:t> </a:t>
            </a:r>
            <a:r>
              <a:rPr dirty="0" spc="-200"/>
              <a:t>Segmentation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7867" y="1027175"/>
            <a:ext cx="3759708" cy="56936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0977" y="1068572"/>
            <a:ext cx="1351279" cy="29391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RGB</a:t>
            </a:r>
            <a:r>
              <a:rPr dirty="0" spc="-475"/>
              <a:t> </a:t>
            </a:r>
            <a:r>
              <a:rPr dirty="0" spc="-215"/>
              <a:t>Image</a:t>
            </a:r>
            <a:r>
              <a:rPr dirty="0" spc="-450"/>
              <a:t> </a:t>
            </a:r>
            <a:r>
              <a:rPr dirty="0" spc="-95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1155" y="1499616"/>
            <a:ext cx="7784592" cy="38587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3995" y="5528860"/>
            <a:ext cx="7690791" cy="8222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15"/>
              <a:t>Image</a:t>
            </a:r>
            <a:r>
              <a:rPr dirty="0" spc="-455"/>
              <a:t> </a:t>
            </a:r>
            <a:r>
              <a:rPr dirty="0" spc="-265"/>
              <a:t>Gradient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807" y="1106424"/>
            <a:ext cx="5615940" cy="56144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48130" y="1133701"/>
            <a:ext cx="1337188" cy="36415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RGB</a:t>
            </a:r>
            <a:r>
              <a:rPr dirty="0" spc="-455"/>
              <a:t> </a:t>
            </a:r>
            <a:r>
              <a:rPr dirty="0" spc="-165"/>
              <a:t>Component</a:t>
            </a:r>
            <a:r>
              <a:rPr dirty="0" spc="-445"/>
              <a:t> </a:t>
            </a:r>
            <a:r>
              <a:rPr dirty="0" spc="-215"/>
              <a:t>Image</a:t>
            </a:r>
            <a:r>
              <a:rPr dirty="0" spc="-430"/>
              <a:t> </a:t>
            </a:r>
            <a:r>
              <a:rPr dirty="0" spc="-165"/>
              <a:t>Gradients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9635" y="1832592"/>
            <a:ext cx="2857690" cy="28522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2581" y="1832592"/>
            <a:ext cx="2861827" cy="28522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9051" y="1832592"/>
            <a:ext cx="2861827" cy="28522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4017" y="4953680"/>
            <a:ext cx="8614611" cy="73421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RGB</a:t>
            </a:r>
            <a:r>
              <a:rPr dirty="0" spc="-450"/>
              <a:t> </a:t>
            </a:r>
            <a:r>
              <a:rPr dirty="0" spc="-75"/>
              <a:t>Noisy</a:t>
            </a:r>
            <a:r>
              <a:rPr dirty="0" spc="-425"/>
              <a:t> </a:t>
            </a:r>
            <a:r>
              <a:rPr dirty="0" spc="-155"/>
              <a:t>Component</a:t>
            </a:r>
            <a:r>
              <a:rPr dirty="0" spc="-465"/>
              <a:t> </a:t>
            </a:r>
            <a:r>
              <a:rPr dirty="0" spc="-170"/>
              <a:t>Image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190244"/>
            <a:ext cx="5576315" cy="55763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2411" y="1241291"/>
            <a:ext cx="1249982" cy="30628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dirty="0" spc="-434"/>
              <a:t> </a:t>
            </a:r>
            <a:r>
              <a:rPr dirty="0" spc="-114"/>
              <a:t>Components</a:t>
            </a:r>
            <a:r>
              <a:rPr dirty="0" spc="-459"/>
              <a:t> </a:t>
            </a:r>
            <a:r>
              <a:rPr dirty="0" spc="-265"/>
              <a:t>of</a:t>
            </a:r>
            <a:r>
              <a:rPr dirty="0" spc="-445"/>
              <a:t> </a:t>
            </a:r>
            <a:r>
              <a:rPr dirty="0" spc="-75"/>
              <a:t>Noisy</a:t>
            </a:r>
            <a:r>
              <a:rPr dirty="0" spc="-459"/>
              <a:t> </a:t>
            </a:r>
            <a:r>
              <a:rPr dirty="0" spc="-135"/>
              <a:t>Color</a:t>
            </a:r>
            <a:r>
              <a:rPr dirty="0" spc="-440"/>
              <a:t> </a:t>
            </a:r>
            <a:r>
              <a:rPr dirty="0" spc="-125"/>
              <a:t>Image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8515" y="1801367"/>
            <a:ext cx="3098623" cy="3086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8801" y="1801367"/>
            <a:ext cx="3098623" cy="3086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9135" y="1801367"/>
            <a:ext cx="3098623" cy="3086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5786" y="5050637"/>
            <a:ext cx="9447968" cy="59971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dirty="0" spc="-434"/>
              <a:t> </a:t>
            </a:r>
            <a:r>
              <a:rPr dirty="0" spc="-114"/>
              <a:t>Components</a:t>
            </a:r>
            <a:r>
              <a:rPr dirty="0" spc="-459"/>
              <a:t> </a:t>
            </a:r>
            <a:r>
              <a:rPr dirty="0" spc="-265"/>
              <a:t>of</a:t>
            </a:r>
            <a:r>
              <a:rPr dirty="0" spc="-445"/>
              <a:t> </a:t>
            </a:r>
            <a:r>
              <a:rPr dirty="0" spc="-75"/>
              <a:t>Noisy</a:t>
            </a:r>
            <a:r>
              <a:rPr dirty="0" spc="-459"/>
              <a:t> </a:t>
            </a:r>
            <a:r>
              <a:rPr dirty="0" spc="-135"/>
              <a:t>Color</a:t>
            </a:r>
            <a:r>
              <a:rPr dirty="0" spc="-440"/>
              <a:t> </a:t>
            </a:r>
            <a:r>
              <a:rPr dirty="0" spc="-125"/>
              <a:t>Image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3176" y="1141475"/>
            <a:ext cx="5591556" cy="55793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7550" y="1139233"/>
            <a:ext cx="1329944" cy="27008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Ikram Ullah Khosa</dc:creator>
  <dc:title>CPE415 Digital Image Processing</dc:title>
  <dcterms:created xsi:type="dcterms:W3CDTF">2026-05-01T17:57:28Z</dcterms:created>
  <dcterms:modified xsi:type="dcterms:W3CDTF">2026-05-01T17:57:28Z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2024-04-04T00:00:00Z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2026-05-01T00:00:00Z</vt:filetime>
  </property>
  <property fmtid="{D5CDD505-2E9C-101B-9397-08002B2CF9AE}" pid="6" name="Producer">
    <vt:lpwstr>Microsoft® PowerPoint® for Microsoft 365</vt:lpwstr>
  </property>
</Properties>
</file>