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jpg" ContentType="image/jpg"/>
  <Override PartName="/ppt/slides/slide4.xml" ContentType="application/vnd.openxmlformats-officedocument.presentationml.slide+xml"/>
  <Override PartName="/ppt/slides/slide5.xml" ContentType="application/vnd.openxmlformats-officedocument.presentationml.slide+xml"/>
  <Default Extension="png" ContentType="image/png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67676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67676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67676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67676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431791" y="1687957"/>
            <a:ext cx="3327400" cy="17145"/>
          </a:xfrm>
          <a:custGeom>
            <a:avLst/>
            <a:gdLst/>
            <a:ahLst/>
            <a:cxnLst/>
            <a:rect l="l" t="t" r="r" b="b"/>
            <a:pathLst>
              <a:path w="3327400" h="17144">
                <a:moveTo>
                  <a:pt x="3326891" y="0"/>
                </a:moveTo>
                <a:lnTo>
                  <a:pt x="0" y="0"/>
                </a:lnTo>
                <a:lnTo>
                  <a:pt x="0" y="16763"/>
                </a:lnTo>
                <a:lnTo>
                  <a:pt x="3326891" y="16763"/>
                </a:lnTo>
                <a:lnTo>
                  <a:pt x="332689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67676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739" y="25984"/>
            <a:ext cx="6877050" cy="11950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635" y="1505383"/>
            <a:ext cx="5591175" cy="1724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267961" y="6433082"/>
            <a:ext cx="3658234" cy="2120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767676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image" Target="../media/image4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jpg"/><Relationship Id="rId3" Type="http://schemas.openxmlformats.org/officeDocument/2006/relationships/image" Target="../media/image6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jp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jp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jpg"/><Relationship Id="rId3" Type="http://schemas.openxmlformats.org/officeDocument/2006/relationships/image" Target="../media/image18.pn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jpg"/><Relationship Id="rId3" Type="http://schemas.openxmlformats.org/officeDocument/2006/relationships/image" Target="../media/image20.pn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1.png"/><Relationship Id="rId3" Type="http://schemas.openxmlformats.org/officeDocument/2006/relationships/image" Target="../media/image22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677539" y="956005"/>
            <a:ext cx="4836160" cy="4552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100"/>
              </a:spcBef>
            </a:pPr>
            <a:r>
              <a:rPr dirty="0" sz="5400" spc="-280">
                <a:latin typeface="Trebuchet MS"/>
                <a:cs typeface="Trebuchet MS"/>
              </a:rPr>
              <a:t>Lecture</a:t>
            </a:r>
            <a:r>
              <a:rPr dirty="0" sz="5400" spc="-595">
                <a:latin typeface="Trebuchet MS"/>
                <a:cs typeface="Trebuchet MS"/>
              </a:rPr>
              <a:t> </a:t>
            </a:r>
            <a:r>
              <a:rPr dirty="0" sz="5400" spc="-125">
                <a:latin typeface="Trebuchet MS"/>
                <a:cs typeface="Trebuchet MS"/>
              </a:rPr>
              <a:t>-</a:t>
            </a:r>
            <a:r>
              <a:rPr dirty="0" sz="5400" spc="-565">
                <a:latin typeface="Trebuchet MS"/>
                <a:cs typeface="Trebuchet MS"/>
              </a:rPr>
              <a:t> </a:t>
            </a:r>
            <a:r>
              <a:rPr dirty="0" sz="5400" spc="-25">
                <a:latin typeface="Trebuchet MS"/>
                <a:cs typeface="Trebuchet MS"/>
              </a:rPr>
              <a:t>17</a:t>
            </a:r>
            <a:endParaRPr sz="54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5185"/>
              </a:spcBef>
            </a:pPr>
            <a:r>
              <a:rPr dirty="0" sz="5400" spc="-235" b="1">
                <a:latin typeface="Trebuchet MS"/>
                <a:cs typeface="Trebuchet MS"/>
              </a:rPr>
              <a:t>Chapter</a:t>
            </a:r>
            <a:r>
              <a:rPr dirty="0" sz="5400" spc="-565" b="1">
                <a:latin typeface="Trebuchet MS"/>
                <a:cs typeface="Trebuchet MS"/>
              </a:rPr>
              <a:t> </a:t>
            </a:r>
            <a:r>
              <a:rPr dirty="0" sz="5400" spc="-285" b="1">
                <a:latin typeface="Trebuchet MS"/>
                <a:cs typeface="Trebuchet MS"/>
              </a:rPr>
              <a:t>10</a:t>
            </a:r>
            <a:endParaRPr sz="5400">
              <a:latin typeface="Trebuchet MS"/>
              <a:cs typeface="Trebuchet MS"/>
            </a:endParaRPr>
          </a:p>
          <a:p>
            <a:pPr algn="ctr" marL="12065" marR="5080" indent="1905">
              <a:lnSpc>
                <a:spcPts val="5840"/>
              </a:lnSpc>
              <a:spcBef>
                <a:spcPts val="5915"/>
              </a:spcBef>
            </a:pPr>
            <a:r>
              <a:rPr dirty="0" sz="5400" spc="-10" b="1">
                <a:latin typeface="Trebuchet MS"/>
                <a:cs typeface="Trebuchet MS"/>
              </a:rPr>
              <a:t>IMAGE </a:t>
            </a:r>
            <a:r>
              <a:rPr dirty="0" sz="5400" spc="-110" b="1">
                <a:latin typeface="Trebuchet MS"/>
                <a:cs typeface="Trebuchet MS"/>
              </a:rPr>
              <a:t>SEGMENTATION</a:t>
            </a:r>
            <a:endParaRPr sz="5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5080"/>
              </a:lnSpc>
              <a:spcBef>
                <a:spcPts val="105"/>
              </a:spcBef>
            </a:pPr>
            <a:r>
              <a:rPr dirty="0" spc="-50"/>
              <a:t>Marr-</a:t>
            </a:r>
            <a:r>
              <a:rPr dirty="0"/>
              <a:t>Hildreth</a:t>
            </a:r>
            <a:r>
              <a:rPr dirty="0" spc="-80"/>
              <a:t> </a:t>
            </a:r>
            <a:r>
              <a:rPr dirty="0"/>
              <a:t>Edge</a:t>
            </a:r>
            <a:r>
              <a:rPr dirty="0" spc="-120"/>
              <a:t> </a:t>
            </a:r>
            <a:r>
              <a:rPr dirty="0" spc="-10"/>
              <a:t>Detector</a:t>
            </a:r>
          </a:p>
          <a:p>
            <a:pPr marL="12700">
              <a:lnSpc>
                <a:spcPts val="4120"/>
              </a:lnSpc>
            </a:pPr>
            <a:r>
              <a:rPr dirty="0" sz="3600"/>
              <a:t>LoG</a:t>
            </a:r>
            <a:r>
              <a:rPr dirty="0" sz="3600" spc="-100"/>
              <a:t> </a:t>
            </a:r>
            <a:r>
              <a:rPr dirty="0" sz="3600"/>
              <a:t>(Laplacian</a:t>
            </a:r>
            <a:r>
              <a:rPr dirty="0" sz="3600" spc="-70"/>
              <a:t> </a:t>
            </a:r>
            <a:r>
              <a:rPr dirty="0" sz="3600"/>
              <a:t>of</a:t>
            </a:r>
            <a:r>
              <a:rPr dirty="0" sz="3600" spc="-70"/>
              <a:t> </a:t>
            </a:r>
            <a:r>
              <a:rPr dirty="0" sz="3600"/>
              <a:t>Gaussian)</a:t>
            </a:r>
            <a:r>
              <a:rPr dirty="0" sz="3600" spc="-65"/>
              <a:t> </a:t>
            </a:r>
            <a:r>
              <a:rPr dirty="0" sz="3600" spc="-10"/>
              <a:t>Operator</a:t>
            </a:r>
            <a:endParaRPr sz="3600"/>
          </a:p>
        </p:txBody>
      </p:sp>
      <p:sp>
        <p:nvSpPr>
          <p:cNvPr id="3" name="object 3" descr=""/>
          <p:cNvSpPr/>
          <p:nvPr/>
        </p:nvSpPr>
        <p:spPr>
          <a:xfrm>
            <a:off x="5333238" y="2474214"/>
            <a:ext cx="635635" cy="0"/>
          </a:xfrm>
          <a:custGeom>
            <a:avLst/>
            <a:gdLst/>
            <a:ahLst/>
            <a:cxnLst/>
            <a:rect l="l" t="t" r="r" b="b"/>
            <a:pathLst>
              <a:path w="635635" h="0">
                <a:moveTo>
                  <a:pt x="0" y="0"/>
                </a:moveTo>
                <a:lnTo>
                  <a:pt x="635253" y="0"/>
                </a:lnTo>
              </a:path>
            </a:pathLst>
          </a:custGeom>
          <a:ln w="10726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4970526" y="3169157"/>
            <a:ext cx="878205" cy="0"/>
          </a:xfrm>
          <a:custGeom>
            <a:avLst/>
            <a:gdLst/>
            <a:ahLst/>
            <a:cxnLst/>
            <a:rect l="l" t="t" r="r" b="b"/>
            <a:pathLst>
              <a:path w="878204" h="0">
                <a:moveTo>
                  <a:pt x="0" y="0"/>
                </a:moveTo>
                <a:lnTo>
                  <a:pt x="877824" y="0"/>
                </a:lnTo>
              </a:path>
            </a:pathLst>
          </a:custGeom>
          <a:ln w="10726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6055614" y="3169157"/>
            <a:ext cx="878205" cy="0"/>
          </a:xfrm>
          <a:custGeom>
            <a:avLst/>
            <a:gdLst/>
            <a:ahLst/>
            <a:cxnLst/>
            <a:rect l="l" t="t" r="r" b="b"/>
            <a:pathLst>
              <a:path w="878204" h="0">
                <a:moveTo>
                  <a:pt x="0" y="0"/>
                </a:moveTo>
                <a:lnTo>
                  <a:pt x="877696" y="0"/>
                </a:lnTo>
              </a:path>
            </a:pathLst>
          </a:custGeom>
          <a:ln w="10726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5066538" y="3839717"/>
            <a:ext cx="260985" cy="0"/>
          </a:xfrm>
          <a:custGeom>
            <a:avLst/>
            <a:gdLst/>
            <a:ahLst/>
            <a:cxnLst/>
            <a:rect l="l" t="t" r="r" b="b"/>
            <a:pathLst>
              <a:path w="260985" h="0">
                <a:moveTo>
                  <a:pt x="0" y="0"/>
                </a:moveTo>
                <a:lnTo>
                  <a:pt x="260476" y="0"/>
                </a:lnTo>
              </a:path>
            </a:pathLst>
          </a:custGeom>
          <a:ln w="10726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5531358" y="3839717"/>
            <a:ext cx="260985" cy="0"/>
          </a:xfrm>
          <a:custGeom>
            <a:avLst/>
            <a:gdLst/>
            <a:ahLst/>
            <a:cxnLst/>
            <a:rect l="l" t="t" r="r" b="b"/>
            <a:pathLst>
              <a:path w="260985" h="0">
                <a:moveTo>
                  <a:pt x="0" y="0"/>
                </a:moveTo>
                <a:lnTo>
                  <a:pt x="260476" y="0"/>
                </a:lnTo>
              </a:path>
            </a:pathLst>
          </a:custGeom>
          <a:ln w="10726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6889242" y="3839717"/>
            <a:ext cx="262255" cy="0"/>
          </a:xfrm>
          <a:custGeom>
            <a:avLst/>
            <a:gdLst/>
            <a:ahLst/>
            <a:cxnLst/>
            <a:rect l="l" t="t" r="r" b="b"/>
            <a:pathLst>
              <a:path w="262254" h="0">
                <a:moveTo>
                  <a:pt x="0" y="0"/>
                </a:moveTo>
                <a:lnTo>
                  <a:pt x="262000" y="0"/>
                </a:lnTo>
              </a:path>
            </a:pathLst>
          </a:custGeom>
          <a:ln w="10726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7354061" y="3839717"/>
            <a:ext cx="260985" cy="0"/>
          </a:xfrm>
          <a:custGeom>
            <a:avLst/>
            <a:gdLst/>
            <a:ahLst/>
            <a:cxnLst/>
            <a:rect l="l" t="t" r="r" b="b"/>
            <a:pathLst>
              <a:path w="260984" h="0">
                <a:moveTo>
                  <a:pt x="0" y="0"/>
                </a:moveTo>
                <a:lnTo>
                  <a:pt x="260477" y="0"/>
                </a:lnTo>
              </a:path>
            </a:pathLst>
          </a:custGeom>
          <a:ln w="10726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5066538" y="4531614"/>
            <a:ext cx="1177925" cy="0"/>
          </a:xfrm>
          <a:custGeom>
            <a:avLst/>
            <a:gdLst/>
            <a:ahLst/>
            <a:cxnLst/>
            <a:rect l="l" t="t" r="r" b="b"/>
            <a:pathLst>
              <a:path w="1177925" h="0">
                <a:moveTo>
                  <a:pt x="0" y="0"/>
                </a:moveTo>
                <a:lnTo>
                  <a:pt x="1177544" y="0"/>
                </a:lnTo>
              </a:path>
            </a:pathLst>
          </a:custGeom>
          <a:ln w="10726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5218938" y="5225034"/>
            <a:ext cx="752475" cy="0"/>
          </a:xfrm>
          <a:custGeom>
            <a:avLst/>
            <a:gdLst/>
            <a:ahLst/>
            <a:cxnLst/>
            <a:rect l="l" t="t" r="r" b="b"/>
            <a:pathLst>
              <a:path w="752475" h="0">
                <a:moveTo>
                  <a:pt x="0" y="0"/>
                </a:moveTo>
                <a:lnTo>
                  <a:pt x="752475" y="0"/>
                </a:lnTo>
              </a:path>
            </a:pathLst>
          </a:custGeom>
          <a:ln w="10726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6706361" y="5225034"/>
            <a:ext cx="373380" cy="0"/>
          </a:xfrm>
          <a:custGeom>
            <a:avLst/>
            <a:gdLst/>
            <a:ahLst/>
            <a:cxnLst/>
            <a:rect l="l" t="t" r="r" b="b"/>
            <a:pathLst>
              <a:path w="373379" h="0">
                <a:moveTo>
                  <a:pt x="0" y="0"/>
                </a:moveTo>
                <a:lnTo>
                  <a:pt x="373253" y="0"/>
                </a:lnTo>
              </a:path>
            </a:pathLst>
          </a:custGeom>
          <a:ln w="10726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5439409" y="2439498"/>
            <a:ext cx="375920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700" spc="-25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r>
              <a:rPr dirty="0" sz="1900" spc="-25">
                <a:solidFill>
                  <a:srgbClr val="0000FF"/>
                </a:solidFill>
                <a:latin typeface="Symbol"/>
                <a:cs typeface="Symbol"/>
              </a:rPr>
              <a:t></a:t>
            </a:r>
            <a:r>
              <a:rPr dirty="0" baseline="35087" sz="1425" spc="-37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endParaRPr baseline="35087" sz="1425">
              <a:latin typeface="Times New Roman"/>
              <a:cs typeface="Times New Roman"/>
            </a:endParaRPr>
          </a:p>
        </p:txBody>
      </p:sp>
      <p:sp>
        <p:nvSpPr>
          <p:cNvPr id="73" name="object 7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  <p:sp>
        <p:nvSpPr>
          <p:cNvPr id="14" name="object 14" descr=""/>
          <p:cNvSpPr txBox="1"/>
          <p:nvPr/>
        </p:nvSpPr>
        <p:spPr>
          <a:xfrm>
            <a:off x="5440426" y="2172462"/>
            <a:ext cx="85725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50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5847334" y="2172462"/>
            <a:ext cx="85725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50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5054853" y="2155393"/>
            <a:ext cx="1033780" cy="285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01625" algn="l"/>
                <a:tab pos="937260" algn="l"/>
              </a:tabLst>
            </a:pPr>
            <a:r>
              <a:rPr dirty="0" baseline="1633" sz="2550" spc="-75">
                <a:solidFill>
                  <a:srgbClr val="0000FF"/>
                </a:solidFill>
                <a:latin typeface="Symbol"/>
                <a:cs typeface="Symbol"/>
              </a:rPr>
              <a:t></a:t>
            </a:r>
            <a:r>
              <a:rPr dirty="0" baseline="1633" sz="255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dirty="0" sz="1700" i="1">
                <a:solidFill>
                  <a:srgbClr val="0000FF"/>
                </a:solidFill>
                <a:latin typeface="Times New Roman"/>
                <a:cs typeface="Times New Roman"/>
              </a:rPr>
              <a:t>x</a:t>
            </a:r>
            <a:r>
              <a:rPr dirty="0" sz="1700" spc="40" i="1">
                <a:solidFill>
                  <a:srgbClr val="0000FF"/>
                </a:solidFill>
                <a:latin typeface="Times New Roman"/>
                <a:cs typeface="Times New Roman"/>
              </a:rPr>
              <a:t>  </a:t>
            </a:r>
            <a:r>
              <a:rPr dirty="0" sz="1700">
                <a:solidFill>
                  <a:srgbClr val="0000FF"/>
                </a:solidFill>
                <a:latin typeface="Symbol"/>
                <a:cs typeface="Symbol"/>
              </a:rPr>
              <a:t></a:t>
            </a:r>
            <a:r>
              <a:rPr dirty="0" sz="1700" spc="8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1700" spc="-50" i="1">
                <a:solidFill>
                  <a:srgbClr val="0000FF"/>
                </a:solidFill>
                <a:latin typeface="Times New Roman"/>
                <a:cs typeface="Times New Roman"/>
              </a:rPr>
              <a:t>y</a:t>
            </a:r>
            <a:r>
              <a:rPr dirty="0" sz="1700" i="1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dirty="0" baseline="1633" sz="2550" spc="-75">
                <a:solidFill>
                  <a:srgbClr val="0000FF"/>
                </a:solidFill>
                <a:latin typeface="Symbol"/>
                <a:cs typeface="Symbol"/>
              </a:rPr>
              <a:t></a:t>
            </a:r>
            <a:endParaRPr baseline="1633" sz="2550">
              <a:latin typeface="Symbol"/>
              <a:cs typeface="Symbol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4018915" y="2239136"/>
            <a:ext cx="539750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33070" algn="l"/>
              </a:tabLst>
            </a:pPr>
            <a:r>
              <a:rPr dirty="0" sz="2200" spc="-50">
                <a:solidFill>
                  <a:srgbClr val="0000FF"/>
                </a:solidFill>
                <a:latin typeface="Symbol"/>
                <a:cs typeface="Symbol"/>
              </a:rPr>
              <a:t></a:t>
            </a:r>
            <a:r>
              <a:rPr dirty="0" sz="220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dirty="0" sz="2200" spc="-50">
                <a:solidFill>
                  <a:srgbClr val="0000FF"/>
                </a:solidFill>
                <a:latin typeface="Symbol"/>
                <a:cs typeface="Symbol"/>
              </a:rPr>
              <a:t></a:t>
            </a:r>
            <a:endParaRPr sz="2200">
              <a:latin typeface="Symbol"/>
              <a:cs typeface="Symbol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5043296" y="2332101"/>
            <a:ext cx="108585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-50">
                <a:solidFill>
                  <a:srgbClr val="0000FF"/>
                </a:solidFill>
                <a:latin typeface="Symbol"/>
                <a:cs typeface="Symbol"/>
              </a:rPr>
              <a:t></a:t>
            </a:r>
            <a:endParaRPr sz="1700">
              <a:latin typeface="Symbol"/>
              <a:cs typeface="Symbol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3831463" y="2290952"/>
            <a:ext cx="1470660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00355" algn="l"/>
                <a:tab pos="741045" algn="l"/>
              </a:tabLst>
            </a:pPr>
            <a:r>
              <a:rPr dirty="0" sz="1700" spc="-50" i="1">
                <a:solidFill>
                  <a:srgbClr val="0000FF"/>
                </a:solidFill>
                <a:latin typeface="Times New Roman"/>
                <a:cs typeface="Times New Roman"/>
              </a:rPr>
              <a:t>G</a:t>
            </a:r>
            <a:r>
              <a:rPr dirty="0" sz="1700" i="1">
                <a:solidFill>
                  <a:srgbClr val="0000FF"/>
                </a:solidFill>
                <a:latin typeface="Times New Roman"/>
                <a:cs typeface="Times New Roman"/>
              </a:rPr>
              <a:t>	x</a:t>
            </a:r>
            <a:r>
              <a:rPr dirty="0" sz="1700">
                <a:solidFill>
                  <a:srgbClr val="0000FF"/>
                </a:solidFill>
                <a:latin typeface="Times New Roman"/>
                <a:cs typeface="Times New Roman"/>
              </a:rPr>
              <a:t>,</a:t>
            </a:r>
            <a:r>
              <a:rPr dirty="0" sz="1700" spc="-3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1700" spc="-50" i="1">
                <a:solidFill>
                  <a:srgbClr val="0000FF"/>
                </a:solidFill>
                <a:latin typeface="Times New Roman"/>
                <a:cs typeface="Times New Roman"/>
              </a:rPr>
              <a:t>y</a:t>
            </a:r>
            <a:r>
              <a:rPr dirty="0" sz="1700" i="1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dirty="0" sz="1700">
                <a:solidFill>
                  <a:srgbClr val="0000FF"/>
                </a:solidFill>
                <a:latin typeface="Symbol"/>
                <a:cs typeface="Symbol"/>
              </a:rPr>
              <a:t></a:t>
            </a:r>
            <a:r>
              <a:rPr dirty="0" sz="1700" spc="-3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0000FF"/>
                </a:solidFill>
                <a:latin typeface="Times New Roman"/>
                <a:cs typeface="Times New Roman"/>
              </a:rPr>
              <a:t>exp</a:t>
            </a:r>
            <a:r>
              <a:rPr dirty="0" sz="1700" spc="46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1700" spc="-50">
                <a:solidFill>
                  <a:srgbClr val="0000FF"/>
                </a:solidFill>
                <a:latin typeface="Symbol"/>
                <a:cs typeface="Symbol"/>
              </a:rPr>
              <a:t></a:t>
            </a:r>
            <a:endParaRPr sz="1700">
              <a:latin typeface="Symbol"/>
              <a:cs typeface="Symbol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5220461" y="3828669"/>
            <a:ext cx="85725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50">
                <a:solidFill>
                  <a:srgbClr val="0000FF"/>
                </a:solidFill>
                <a:latin typeface="Times New Roman"/>
                <a:cs typeface="Times New Roman"/>
              </a:rPr>
              <a:t>4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7043166" y="3828669"/>
            <a:ext cx="85725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50">
                <a:solidFill>
                  <a:srgbClr val="0000FF"/>
                </a:solidFill>
                <a:latin typeface="Times New Roman"/>
                <a:cs typeface="Times New Roman"/>
              </a:rPr>
              <a:t>4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3806063" y="3605022"/>
            <a:ext cx="1492250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6535" sz="2550" spc="-37">
                <a:solidFill>
                  <a:srgbClr val="0000FF"/>
                </a:solidFill>
                <a:latin typeface="Symbol"/>
                <a:cs typeface="Symbol"/>
              </a:rPr>
              <a:t></a:t>
            </a:r>
            <a:r>
              <a:rPr dirty="0" baseline="46783" sz="1425" spc="-37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r>
              <a:rPr dirty="0" baseline="46783" sz="1425" spc="-127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3267" sz="2550" i="1">
                <a:solidFill>
                  <a:srgbClr val="0000FF"/>
                </a:solidFill>
                <a:latin typeface="Times New Roman"/>
                <a:cs typeface="Times New Roman"/>
              </a:rPr>
              <a:t>G</a:t>
            </a:r>
            <a:r>
              <a:rPr dirty="0" baseline="3267" sz="2550" spc="-284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200">
                <a:solidFill>
                  <a:srgbClr val="0000FF"/>
                </a:solidFill>
                <a:latin typeface="Symbol"/>
                <a:cs typeface="Symbol"/>
              </a:rPr>
              <a:t></a:t>
            </a:r>
            <a:r>
              <a:rPr dirty="0" baseline="3267" sz="2550" i="1">
                <a:solidFill>
                  <a:srgbClr val="0000FF"/>
                </a:solidFill>
                <a:latin typeface="Times New Roman"/>
                <a:cs typeface="Times New Roman"/>
              </a:rPr>
              <a:t>x</a:t>
            </a:r>
            <a:r>
              <a:rPr dirty="0" baseline="3267" sz="2550">
                <a:solidFill>
                  <a:srgbClr val="0000FF"/>
                </a:solidFill>
                <a:latin typeface="Times New Roman"/>
                <a:cs typeface="Times New Roman"/>
              </a:rPr>
              <a:t>,</a:t>
            </a:r>
            <a:r>
              <a:rPr dirty="0" baseline="3267" sz="2550" spc="-7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3267" sz="2550" i="1">
                <a:solidFill>
                  <a:srgbClr val="0000FF"/>
                </a:solidFill>
                <a:latin typeface="Times New Roman"/>
                <a:cs typeface="Times New Roman"/>
              </a:rPr>
              <a:t>y</a:t>
            </a:r>
            <a:r>
              <a:rPr dirty="0" baseline="3267" sz="2550" spc="-397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200" spc="85">
                <a:solidFill>
                  <a:srgbClr val="0000FF"/>
                </a:solidFill>
                <a:latin typeface="Symbol"/>
                <a:cs typeface="Symbol"/>
              </a:rPr>
              <a:t></a:t>
            </a:r>
            <a:r>
              <a:rPr dirty="0" baseline="3267" sz="2550" spc="127">
                <a:solidFill>
                  <a:srgbClr val="0000FF"/>
                </a:solidFill>
                <a:latin typeface="Symbol"/>
                <a:cs typeface="Symbol"/>
              </a:rPr>
              <a:t></a:t>
            </a:r>
            <a:r>
              <a:rPr dirty="0" baseline="3267" sz="2550" spc="104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39215" sz="2550">
                <a:solidFill>
                  <a:srgbClr val="0000FF"/>
                </a:solidFill>
                <a:latin typeface="Symbol"/>
                <a:cs typeface="Symbol"/>
              </a:rPr>
              <a:t></a:t>
            </a:r>
            <a:r>
              <a:rPr dirty="0" baseline="39215" sz="2550" spc="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37581" sz="2550" spc="-37" i="1">
                <a:solidFill>
                  <a:srgbClr val="0000FF"/>
                </a:solidFill>
                <a:latin typeface="Times New Roman"/>
                <a:cs typeface="Times New Roman"/>
              </a:rPr>
              <a:t>x</a:t>
            </a:r>
            <a:r>
              <a:rPr dirty="0" baseline="102339" sz="1425" spc="-37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endParaRPr baseline="102339" sz="1425">
              <a:latin typeface="Times New Roman"/>
              <a:cs typeface="Times New Roman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4949697" y="3707129"/>
            <a:ext cx="108585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50">
                <a:solidFill>
                  <a:srgbClr val="0000FF"/>
                </a:solidFill>
                <a:latin typeface="Symbol"/>
                <a:cs typeface="Symbol"/>
              </a:rPr>
              <a:t></a:t>
            </a:r>
            <a:endParaRPr sz="1700">
              <a:latin typeface="Symbol"/>
              <a:cs typeface="Symbol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5685535" y="3847338"/>
            <a:ext cx="85725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50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5795264" y="3742182"/>
            <a:ext cx="1093470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96950" algn="l"/>
              </a:tabLst>
            </a:pPr>
            <a:r>
              <a:rPr dirty="0" sz="1700" spc="-50">
                <a:solidFill>
                  <a:srgbClr val="0000FF"/>
                </a:solidFill>
                <a:latin typeface="Symbol"/>
                <a:cs typeface="Symbol"/>
              </a:rPr>
              <a:t></a:t>
            </a:r>
            <a:r>
              <a:rPr dirty="0" sz="170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dirty="0" sz="1700" spc="-50">
                <a:solidFill>
                  <a:srgbClr val="0000FF"/>
                </a:solidFill>
                <a:latin typeface="Symbol"/>
                <a:cs typeface="Symbol"/>
              </a:rPr>
              <a:t></a:t>
            </a:r>
            <a:endParaRPr sz="1700">
              <a:latin typeface="Symbol"/>
              <a:cs typeface="Symbol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5319521" y="3515105"/>
            <a:ext cx="316674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dirty="0" baseline="3267" sz="2550">
                <a:solidFill>
                  <a:srgbClr val="0000FF"/>
                </a:solidFill>
                <a:latin typeface="Symbol"/>
                <a:cs typeface="Symbol"/>
              </a:rPr>
              <a:t></a:t>
            </a:r>
            <a:r>
              <a:rPr dirty="0" baseline="3267" sz="2550" spc="60">
                <a:solidFill>
                  <a:srgbClr val="0000FF"/>
                </a:solidFill>
                <a:latin typeface="Times New Roman"/>
                <a:cs typeface="Times New Roman"/>
              </a:rPr>
              <a:t>  </a:t>
            </a:r>
            <a:r>
              <a:rPr dirty="0" baseline="14705" sz="2550">
                <a:solidFill>
                  <a:srgbClr val="0000FF"/>
                </a:solidFill>
                <a:latin typeface="Times New Roman"/>
                <a:cs typeface="Times New Roman"/>
              </a:rPr>
              <a:t>1</a:t>
            </a:r>
            <a:r>
              <a:rPr dirty="0" baseline="14705" sz="2550" spc="487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16339" sz="2550">
                <a:solidFill>
                  <a:srgbClr val="0000FF"/>
                </a:solidFill>
                <a:latin typeface="Symbol"/>
                <a:cs typeface="Symbol"/>
              </a:rPr>
              <a:t></a:t>
            </a:r>
            <a:r>
              <a:rPr dirty="0" baseline="16339" sz="2550" spc="-277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3267" sz="2550" i="1">
                <a:solidFill>
                  <a:srgbClr val="0000FF"/>
                </a:solidFill>
                <a:latin typeface="Times New Roman"/>
                <a:cs typeface="Times New Roman"/>
              </a:rPr>
              <a:t>G</a:t>
            </a:r>
            <a:r>
              <a:rPr dirty="0" baseline="3267" sz="2550" spc="-292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200">
                <a:solidFill>
                  <a:srgbClr val="0000FF"/>
                </a:solidFill>
                <a:latin typeface="Symbol"/>
                <a:cs typeface="Symbol"/>
              </a:rPr>
              <a:t></a:t>
            </a:r>
            <a:r>
              <a:rPr dirty="0" baseline="3267" sz="2550" i="1">
                <a:solidFill>
                  <a:srgbClr val="0000FF"/>
                </a:solidFill>
                <a:latin typeface="Times New Roman"/>
                <a:cs typeface="Times New Roman"/>
              </a:rPr>
              <a:t>x</a:t>
            </a:r>
            <a:r>
              <a:rPr dirty="0" baseline="3267" sz="2550">
                <a:solidFill>
                  <a:srgbClr val="0000FF"/>
                </a:solidFill>
                <a:latin typeface="Times New Roman"/>
                <a:cs typeface="Times New Roman"/>
              </a:rPr>
              <a:t>,</a:t>
            </a:r>
            <a:r>
              <a:rPr dirty="0" baseline="3267" sz="2550" spc="-7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3267" sz="2550" i="1">
                <a:solidFill>
                  <a:srgbClr val="0000FF"/>
                </a:solidFill>
                <a:latin typeface="Times New Roman"/>
                <a:cs typeface="Times New Roman"/>
              </a:rPr>
              <a:t>y</a:t>
            </a:r>
            <a:r>
              <a:rPr dirty="0" baseline="3267" sz="2550" spc="-405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200">
                <a:solidFill>
                  <a:srgbClr val="0000FF"/>
                </a:solidFill>
                <a:latin typeface="Symbol"/>
                <a:cs typeface="Symbol"/>
              </a:rPr>
              <a:t></a:t>
            </a:r>
            <a:r>
              <a:rPr dirty="0" baseline="3267" sz="2550">
                <a:solidFill>
                  <a:srgbClr val="0000FF"/>
                </a:solidFill>
                <a:latin typeface="Symbol"/>
                <a:cs typeface="Symbol"/>
              </a:rPr>
              <a:t></a:t>
            </a:r>
            <a:r>
              <a:rPr dirty="0" baseline="3267" sz="2550" spc="-37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16339" sz="2550">
                <a:solidFill>
                  <a:srgbClr val="0000FF"/>
                </a:solidFill>
                <a:latin typeface="Symbol"/>
                <a:cs typeface="Symbol"/>
              </a:rPr>
              <a:t></a:t>
            </a:r>
            <a:r>
              <a:rPr dirty="0" baseline="16339" sz="2550" spc="44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14705" sz="2550" i="1">
                <a:solidFill>
                  <a:srgbClr val="0000FF"/>
                </a:solidFill>
                <a:latin typeface="Times New Roman"/>
                <a:cs typeface="Times New Roman"/>
              </a:rPr>
              <a:t>y</a:t>
            </a:r>
            <a:r>
              <a:rPr dirty="0" baseline="61403" sz="1425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r>
              <a:rPr dirty="0" baseline="61403" sz="1425" spc="247">
                <a:solidFill>
                  <a:srgbClr val="0000FF"/>
                </a:solidFill>
                <a:latin typeface="Times New Roman"/>
                <a:cs typeface="Times New Roman"/>
              </a:rPr>
              <a:t>  </a:t>
            </a:r>
            <a:r>
              <a:rPr dirty="0" baseline="3267" sz="2550">
                <a:solidFill>
                  <a:srgbClr val="0000FF"/>
                </a:solidFill>
                <a:latin typeface="Symbol"/>
                <a:cs typeface="Symbol"/>
              </a:rPr>
              <a:t></a:t>
            </a:r>
            <a:r>
              <a:rPr dirty="0" baseline="3267" sz="2550" spc="67">
                <a:solidFill>
                  <a:srgbClr val="0000FF"/>
                </a:solidFill>
                <a:latin typeface="Times New Roman"/>
                <a:cs typeface="Times New Roman"/>
              </a:rPr>
              <a:t>  </a:t>
            </a:r>
            <a:r>
              <a:rPr dirty="0" baseline="14705" sz="2550">
                <a:solidFill>
                  <a:srgbClr val="0000FF"/>
                </a:solidFill>
                <a:latin typeface="Times New Roman"/>
                <a:cs typeface="Times New Roman"/>
              </a:rPr>
              <a:t>1</a:t>
            </a:r>
            <a:r>
              <a:rPr dirty="0" baseline="14705" sz="2550" spc="48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16339" sz="2550">
                <a:solidFill>
                  <a:srgbClr val="0000FF"/>
                </a:solidFill>
                <a:latin typeface="Symbol"/>
                <a:cs typeface="Symbol"/>
              </a:rPr>
              <a:t></a:t>
            </a:r>
            <a:r>
              <a:rPr dirty="0" baseline="16339" sz="2550" spc="-277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3267" sz="2550" i="1">
                <a:solidFill>
                  <a:srgbClr val="0000FF"/>
                </a:solidFill>
                <a:latin typeface="Times New Roman"/>
                <a:cs typeface="Times New Roman"/>
              </a:rPr>
              <a:t>G</a:t>
            </a:r>
            <a:r>
              <a:rPr dirty="0" baseline="3267" sz="2550" spc="-262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200">
                <a:solidFill>
                  <a:srgbClr val="0000FF"/>
                </a:solidFill>
                <a:latin typeface="Symbol"/>
                <a:cs typeface="Symbol"/>
              </a:rPr>
              <a:t></a:t>
            </a:r>
            <a:r>
              <a:rPr dirty="0" baseline="3267" sz="2550" i="1">
                <a:solidFill>
                  <a:srgbClr val="0000FF"/>
                </a:solidFill>
                <a:latin typeface="Times New Roman"/>
                <a:cs typeface="Times New Roman"/>
              </a:rPr>
              <a:t>x</a:t>
            </a:r>
            <a:r>
              <a:rPr dirty="0" baseline="3267" sz="2550">
                <a:solidFill>
                  <a:srgbClr val="0000FF"/>
                </a:solidFill>
                <a:latin typeface="Times New Roman"/>
                <a:cs typeface="Times New Roman"/>
              </a:rPr>
              <a:t>,</a:t>
            </a:r>
            <a:r>
              <a:rPr dirty="0" baseline="3267" sz="2550" spc="-82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3267" sz="2550" i="1">
                <a:solidFill>
                  <a:srgbClr val="0000FF"/>
                </a:solidFill>
                <a:latin typeface="Times New Roman"/>
                <a:cs typeface="Times New Roman"/>
              </a:rPr>
              <a:t>y</a:t>
            </a:r>
            <a:r>
              <a:rPr dirty="0" baseline="3267" sz="2550" spc="-382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200" spc="-50">
                <a:solidFill>
                  <a:srgbClr val="0000FF"/>
                </a:solidFill>
                <a:latin typeface="Symbol"/>
                <a:cs typeface="Symbol"/>
              </a:rPr>
              <a:t></a:t>
            </a:r>
            <a:endParaRPr sz="2200">
              <a:latin typeface="Symbol"/>
              <a:cs typeface="Symbol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7508240" y="3847338"/>
            <a:ext cx="85725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50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7617968" y="3742182"/>
            <a:ext cx="108585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50">
                <a:solidFill>
                  <a:srgbClr val="0000FF"/>
                </a:solidFill>
                <a:latin typeface="Symbol"/>
                <a:cs typeface="Symbol"/>
              </a:rPr>
              <a:t></a:t>
            </a:r>
            <a:endParaRPr sz="1700">
              <a:latin typeface="Symbol"/>
              <a:cs typeface="Symbol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5466588" y="4401835"/>
            <a:ext cx="32575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17543" sz="2850" spc="-112">
                <a:solidFill>
                  <a:srgbClr val="0000FF"/>
                </a:solidFill>
                <a:latin typeface="Symbol"/>
                <a:cs typeface="Symbol"/>
              </a:rPr>
              <a:t></a:t>
            </a:r>
            <a:r>
              <a:rPr dirty="0" baseline="-17543" sz="2850" spc="-104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950" spc="-50">
                <a:solidFill>
                  <a:srgbClr val="0000FF"/>
                </a:solidFill>
                <a:latin typeface="Times New Roman"/>
                <a:cs typeface="Times New Roman"/>
              </a:rPr>
              <a:t>4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5171947" y="4233164"/>
            <a:ext cx="491490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17830" algn="l"/>
              </a:tabLst>
            </a:pPr>
            <a:r>
              <a:rPr dirty="0" sz="950" spc="-50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r>
              <a:rPr dirty="0" sz="95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dirty="0" sz="950" spc="-50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5075935" y="4191844"/>
            <a:ext cx="1032510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38810" algn="l"/>
              </a:tabLst>
            </a:pPr>
            <a:r>
              <a:rPr dirty="0" sz="1700" i="1">
                <a:solidFill>
                  <a:srgbClr val="0000FF"/>
                </a:solidFill>
                <a:latin typeface="Times New Roman"/>
                <a:cs typeface="Times New Roman"/>
              </a:rPr>
              <a:t>x</a:t>
            </a:r>
            <a:r>
              <a:rPr dirty="0" sz="1700" spc="35" i="1">
                <a:solidFill>
                  <a:srgbClr val="0000FF"/>
                </a:solidFill>
                <a:latin typeface="Times New Roman"/>
                <a:cs typeface="Times New Roman"/>
              </a:rPr>
              <a:t>  </a:t>
            </a:r>
            <a:r>
              <a:rPr dirty="0" sz="1700">
                <a:solidFill>
                  <a:srgbClr val="0000FF"/>
                </a:solidFill>
                <a:latin typeface="Symbol"/>
                <a:cs typeface="Symbol"/>
              </a:rPr>
              <a:t></a:t>
            </a:r>
            <a:r>
              <a:rPr dirty="0" sz="1700" spc="8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1700" spc="-50" i="1">
                <a:solidFill>
                  <a:srgbClr val="0000FF"/>
                </a:solidFill>
                <a:latin typeface="Times New Roman"/>
                <a:cs typeface="Times New Roman"/>
              </a:rPr>
              <a:t>y</a:t>
            </a:r>
            <a:r>
              <a:rPr dirty="0" sz="1700" i="1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dirty="0" sz="1700" spc="-10">
                <a:solidFill>
                  <a:srgbClr val="0000FF"/>
                </a:solidFill>
                <a:latin typeface="Symbol"/>
                <a:cs typeface="Symbol"/>
              </a:rPr>
              <a:t></a:t>
            </a:r>
            <a:r>
              <a:rPr dirty="0" sz="1700" spc="-12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1700" spc="-95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r>
              <a:rPr dirty="0" sz="1900" spc="-95">
                <a:solidFill>
                  <a:srgbClr val="0000FF"/>
                </a:solidFill>
                <a:latin typeface="Symbol"/>
                <a:cs typeface="Symbol"/>
              </a:rPr>
              <a:t>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6130797" y="4233164"/>
            <a:ext cx="85725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50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6267958" y="4207255"/>
            <a:ext cx="108585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50">
                <a:solidFill>
                  <a:srgbClr val="0000FF"/>
                </a:solidFill>
                <a:latin typeface="Symbol"/>
                <a:cs typeface="Symbol"/>
              </a:rPr>
              <a:t></a:t>
            </a:r>
            <a:endParaRPr sz="1700">
              <a:latin typeface="Symbol"/>
              <a:cs typeface="Symbol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3982339" y="4354195"/>
            <a:ext cx="85725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50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4248403" y="4297426"/>
            <a:ext cx="52895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22275" algn="l"/>
              </a:tabLst>
            </a:pPr>
            <a:r>
              <a:rPr dirty="0" sz="2200" spc="-50">
                <a:solidFill>
                  <a:srgbClr val="0000FF"/>
                </a:solidFill>
                <a:latin typeface="Symbol"/>
                <a:cs typeface="Symbol"/>
              </a:rPr>
              <a:t></a:t>
            </a:r>
            <a:r>
              <a:rPr dirty="0" sz="220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dirty="0" sz="2200" spc="-50">
                <a:solidFill>
                  <a:srgbClr val="0000FF"/>
                </a:solidFill>
                <a:latin typeface="Symbol"/>
                <a:cs typeface="Symbol"/>
              </a:rPr>
              <a:t></a:t>
            </a:r>
            <a:endParaRPr sz="2200">
              <a:latin typeface="Symbol"/>
              <a:cs typeface="Symbol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3831463" y="4349241"/>
            <a:ext cx="1089025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7050" algn="l"/>
                <a:tab pos="956944" algn="l"/>
              </a:tabLst>
            </a:pPr>
            <a:r>
              <a:rPr dirty="0" baseline="3267" sz="2550">
                <a:solidFill>
                  <a:srgbClr val="0000FF"/>
                </a:solidFill>
                <a:latin typeface="Symbol"/>
                <a:cs typeface="Symbol"/>
              </a:rPr>
              <a:t></a:t>
            </a:r>
            <a:r>
              <a:rPr dirty="0" baseline="3267" sz="2550" spc="262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1700" spc="-50" i="1">
                <a:solidFill>
                  <a:srgbClr val="0000FF"/>
                </a:solidFill>
                <a:latin typeface="Times New Roman"/>
                <a:cs typeface="Times New Roman"/>
              </a:rPr>
              <a:t>G</a:t>
            </a:r>
            <a:r>
              <a:rPr dirty="0" sz="1700" i="1">
                <a:solidFill>
                  <a:srgbClr val="0000FF"/>
                </a:solidFill>
                <a:latin typeface="Times New Roman"/>
                <a:cs typeface="Times New Roman"/>
              </a:rPr>
              <a:t>	x</a:t>
            </a:r>
            <a:r>
              <a:rPr dirty="0" sz="1700">
                <a:solidFill>
                  <a:srgbClr val="0000FF"/>
                </a:solidFill>
                <a:latin typeface="Times New Roman"/>
                <a:cs typeface="Times New Roman"/>
              </a:rPr>
              <a:t>,</a:t>
            </a:r>
            <a:r>
              <a:rPr dirty="0" sz="1700" spc="-6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1700" spc="-50" i="1">
                <a:solidFill>
                  <a:srgbClr val="0000FF"/>
                </a:solidFill>
                <a:latin typeface="Times New Roman"/>
                <a:cs typeface="Times New Roman"/>
              </a:rPr>
              <a:t>y</a:t>
            </a:r>
            <a:r>
              <a:rPr dirty="0" sz="1700" i="1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dirty="0" sz="1700" spc="-50">
                <a:solidFill>
                  <a:srgbClr val="0000FF"/>
                </a:solidFill>
                <a:latin typeface="Symbol"/>
                <a:cs typeface="Symbol"/>
              </a:rPr>
              <a:t></a:t>
            </a:r>
            <a:endParaRPr sz="1700">
              <a:latin typeface="Symbol"/>
              <a:cs typeface="Symbol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4949697" y="4399534"/>
            <a:ext cx="108585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50">
                <a:solidFill>
                  <a:srgbClr val="0000FF"/>
                </a:solidFill>
                <a:latin typeface="Symbol"/>
                <a:cs typeface="Symbol"/>
              </a:rPr>
              <a:t></a:t>
            </a:r>
            <a:endParaRPr sz="1700">
              <a:latin typeface="Symbol"/>
              <a:cs typeface="Symbol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4957064" y="3788511"/>
            <a:ext cx="108585" cy="704215"/>
          </a:xfrm>
          <a:prstGeom prst="rect">
            <a:avLst/>
          </a:prstGeom>
        </p:spPr>
        <p:txBody>
          <a:bodyPr wrap="square" lIns="0" tIns="927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dirty="0" sz="1700" spc="-50">
                <a:solidFill>
                  <a:srgbClr val="0000FF"/>
                </a:solidFill>
                <a:latin typeface="Symbol"/>
                <a:cs typeface="Symbol"/>
              </a:rPr>
              <a:t></a:t>
            </a:r>
            <a:endParaRPr sz="1700">
              <a:latin typeface="Symbol"/>
              <a:cs typeface="Symbol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dirty="0" sz="1700" spc="-50">
                <a:solidFill>
                  <a:srgbClr val="0000FF"/>
                </a:solidFill>
                <a:latin typeface="Symbol"/>
                <a:cs typeface="Symbol"/>
              </a:rPr>
              <a:t></a:t>
            </a:r>
            <a:endParaRPr sz="1700">
              <a:latin typeface="Symbol"/>
              <a:cs typeface="Symbol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6248780" y="4399534"/>
            <a:ext cx="108585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50">
                <a:solidFill>
                  <a:srgbClr val="0000FF"/>
                </a:solidFill>
                <a:latin typeface="Symbol"/>
                <a:cs typeface="Symbol"/>
              </a:rPr>
              <a:t></a:t>
            </a:r>
            <a:endParaRPr sz="1700">
              <a:latin typeface="Symbol"/>
              <a:cs typeface="Symbol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6360033" y="4349241"/>
            <a:ext cx="601980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5910" algn="l"/>
              </a:tabLst>
            </a:pPr>
            <a:r>
              <a:rPr dirty="0" sz="1700" spc="-50" i="1">
                <a:solidFill>
                  <a:srgbClr val="0000FF"/>
                </a:solidFill>
                <a:latin typeface="Times New Roman"/>
                <a:cs typeface="Times New Roman"/>
              </a:rPr>
              <a:t>G</a:t>
            </a:r>
            <a:r>
              <a:rPr dirty="0" sz="1700" i="1">
                <a:solidFill>
                  <a:srgbClr val="0000FF"/>
                </a:solidFill>
                <a:latin typeface="Times New Roman"/>
                <a:cs typeface="Times New Roman"/>
              </a:rPr>
              <a:t>	x</a:t>
            </a:r>
            <a:r>
              <a:rPr dirty="0" sz="1700">
                <a:solidFill>
                  <a:srgbClr val="0000FF"/>
                </a:solidFill>
                <a:latin typeface="Times New Roman"/>
                <a:cs typeface="Times New Roman"/>
              </a:rPr>
              <a:t>,</a:t>
            </a:r>
            <a:r>
              <a:rPr dirty="0" sz="1700" spc="-7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1700" spc="-50" i="1">
                <a:solidFill>
                  <a:srgbClr val="0000FF"/>
                </a:solidFill>
                <a:latin typeface="Times New Roman"/>
                <a:cs typeface="Times New Roman"/>
              </a:rPr>
              <a:t>y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41" name="object 41" descr=""/>
          <p:cNvSpPr txBox="1"/>
          <p:nvPr/>
        </p:nvSpPr>
        <p:spPr>
          <a:xfrm>
            <a:off x="6545960" y="4297426"/>
            <a:ext cx="53022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23545" algn="l"/>
              </a:tabLst>
            </a:pPr>
            <a:r>
              <a:rPr dirty="0" sz="2200" spc="-50">
                <a:solidFill>
                  <a:srgbClr val="0000FF"/>
                </a:solidFill>
                <a:latin typeface="Symbol"/>
                <a:cs typeface="Symbol"/>
              </a:rPr>
              <a:t></a:t>
            </a:r>
            <a:r>
              <a:rPr dirty="0" sz="220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dirty="0" sz="2200" spc="-50">
                <a:solidFill>
                  <a:srgbClr val="0000FF"/>
                </a:solidFill>
                <a:latin typeface="Symbol"/>
                <a:cs typeface="Symbol"/>
              </a:rPr>
              <a:t></a:t>
            </a:r>
            <a:endParaRPr sz="2200">
              <a:latin typeface="Symbol"/>
              <a:cs typeface="Symbol"/>
            </a:endParaRPr>
          </a:p>
        </p:txBody>
      </p:sp>
      <p:sp>
        <p:nvSpPr>
          <p:cNvPr id="42" name="object 42" descr=""/>
          <p:cNvSpPr txBox="1"/>
          <p:nvPr/>
        </p:nvSpPr>
        <p:spPr>
          <a:xfrm>
            <a:off x="6762877" y="4809490"/>
            <a:ext cx="238760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19607" sz="2550" spc="60" i="1">
                <a:solidFill>
                  <a:srgbClr val="0000FF"/>
                </a:solidFill>
                <a:latin typeface="Times New Roman"/>
                <a:cs typeface="Times New Roman"/>
              </a:rPr>
              <a:t>r</a:t>
            </a:r>
            <a:r>
              <a:rPr dirty="0" sz="950" spc="40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43" name="object 43" descr=""/>
          <p:cNvSpPr txBox="1"/>
          <p:nvPr/>
        </p:nvSpPr>
        <p:spPr>
          <a:xfrm>
            <a:off x="5407152" y="5094366"/>
            <a:ext cx="27114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17543" sz="2850" spc="-37">
                <a:solidFill>
                  <a:srgbClr val="0000FF"/>
                </a:solidFill>
                <a:latin typeface="Symbol"/>
                <a:cs typeface="Symbol"/>
              </a:rPr>
              <a:t></a:t>
            </a:r>
            <a:r>
              <a:rPr dirty="0" sz="950" spc="-25">
                <a:solidFill>
                  <a:srgbClr val="0000FF"/>
                </a:solidFill>
                <a:latin typeface="Times New Roman"/>
                <a:cs typeface="Times New Roman"/>
              </a:rPr>
              <a:t>4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44" name="object 44" descr=""/>
          <p:cNvSpPr txBox="1"/>
          <p:nvPr/>
        </p:nvSpPr>
        <p:spPr>
          <a:xfrm>
            <a:off x="6972427" y="5213730"/>
            <a:ext cx="85725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50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45" name="object 45" descr=""/>
          <p:cNvSpPr txBox="1"/>
          <p:nvPr/>
        </p:nvSpPr>
        <p:spPr>
          <a:xfrm>
            <a:off x="6706361" y="5190318"/>
            <a:ext cx="232410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700" spc="-160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r>
              <a:rPr dirty="0" sz="1900" spc="-160">
                <a:solidFill>
                  <a:srgbClr val="0000FF"/>
                </a:solidFill>
                <a:latin typeface="Symbol"/>
                <a:cs typeface="Symbol"/>
              </a:rPr>
              <a:t>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46" name="object 46" descr=""/>
          <p:cNvSpPr txBox="1"/>
          <p:nvPr/>
        </p:nvSpPr>
        <p:spPr>
          <a:xfrm>
            <a:off x="5036311" y="3802335"/>
            <a:ext cx="625475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74345" algn="l"/>
              </a:tabLst>
            </a:pPr>
            <a:r>
              <a:rPr dirty="0" sz="1900" spc="-50">
                <a:solidFill>
                  <a:srgbClr val="0000FF"/>
                </a:solidFill>
                <a:latin typeface="Symbol"/>
                <a:cs typeface="Symbol"/>
              </a:rPr>
              <a:t></a:t>
            </a:r>
            <a:r>
              <a:rPr dirty="0" sz="190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dirty="0" sz="1900" spc="-50">
                <a:solidFill>
                  <a:srgbClr val="0000FF"/>
                </a:solidFill>
                <a:latin typeface="Symbol"/>
                <a:cs typeface="Symbol"/>
              </a:rPr>
              <a:t>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47" name="object 47" descr=""/>
          <p:cNvSpPr txBox="1"/>
          <p:nvPr/>
        </p:nvSpPr>
        <p:spPr>
          <a:xfrm>
            <a:off x="5777229" y="3868039"/>
            <a:ext cx="108585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50">
                <a:solidFill>
                  <a:srgbClr val="0000FF"/>
                </a:solidFill>
                <a:latin typeface="Symbol"/>
                <a:cs typeface="Symbol"/>
              </a:rPr>
              <a:t></a:t>
            </a:r>
            <a:endParaRPr sz="1700">
              <a:latin typeface="Symbol"/>
              <a:cs typeface="Symbol"/>
            </a:endParaRPr>
          </a:p>
        </p:txBody>
      </p:sp>
      <p:sp>
        <p:nvSpPr>
          <p:cNvPr id="48" name="object 48" descr=""/>
          <p:cNvSpPr txBox="1"/>
          <p:nvPr/>
        </p:nvSpPr>
        <p:spPr>
          <a:xfrm>
            <a:off x="6779514" y="3868039"/>
            <a:ext cx="108585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50">
                <a:solidFill>
                  <a:srgbClr val="0000FF"/>
                </a:solidFill>
                <a:latin typeface="Symbol"/>
                <a:cs typeface="Symbol"/>
              </a:rPr>
              <a:t></a:t>
            </a:r>
            <a:endParaRPr sz="1700">
              <a:latin typeface="Symbol"/>
              <a:cs typeface="Symbol"/>
            </a:endParaRPr>
          </a:p>
        </p:txBody>
      </p:sp>
      <p:sp>
        <p:nvSpPr>
          <p:cNvPr id="49" name="object 49" descr=""/>
          <p:cNvSpPr txBox="1"/>
          <p:nvPr/>
        </p:nvSpPr>
        <p:spPr>
          <a:xfrm>
            <a:off x="6858761" y="3802335"/>
            <a:ext cx="625475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74345" algn="l"/>
              </a:tabLst>
            </a:pPr>
            <a:r>
              <a:rPr dirty="0" sz="1900" spc="-50">
                <a:solidFill>
                  <a:srgbClr val="0000FF"/>
                </a:solidFill>
                <a:latin typeface="Symbol"/>
                <a:cs typeface="Symbol"/>
              </a:rPr>
              <a:t></a:t>
            </a:r>
            <a:r>
              <a:rPr dirty="0" sz="190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dirty="0" sz="1900" spc="-50">
                <a:solidFill>
                  <a:srgbClr val="0000FF"/>
                </a:solidFill>
                <a:latin typeface="Symbol"/>
                <a:cs typeface="Symbol"/>
              </a:rPr>
              <a:t>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50" name="object 50" descr=""/>
          <p:cNvSpPr txBox="1"/>
          <p:nvPr/>
        </p:nvSpPr>
        <p:spPr>
          <a:xfrm>
            <a:off x="7599426" y="3868039"/>
            <a:ext cx="108585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50">
                <a:solidFill>
                  <a:srgbClr val="0000FF"/>
                </a:solidFill>
                <a:latin typeface="Symbol"/>
                <a:cs typeface="Symbol"/>
              </a:rPr>
              <a:t></a:t>
            </a:r>
            <a:endParaRPr sz="1700">
              <a:latin typeface="Symbol"/>
              <a:cs typeface="Symbol"/>
            </a:endParaRPr>
          </a:p>
        </p:txBody>
      </p:sp>
      <p:sp>
        <p:nvSpPr>
          <p:cNvPr id="51" name="object 51" descr=""/>
          <p:cNvSpPr txBox="1"/>
          <p:nvPr/>
        </p:nvSpPr>
        <p:spPr>
          <a:xfrm>
            <a:off x="5986398" y="2349500"/>
            <a:ext cx="108585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-50">
                <a:solidFill>
                  <a:srgbClr val="0000FF"/>
                </a:solidFill>
                <a:latin typeface="Symbol"/>
                <a:cs typeface="Symbol"/>
              </a:rPr>
              <a:t></a:t>
            </a:r>
            <a:endParaRPr sz="1700">
              <a:latin typeface="Symbol"/>
              <a:cs typeface="Symbol"/>
            </a:endParaRPr>
          </a:p>
        </p:txBody>
      </p:sp>
      <p:sp>
        <p:nvSpPr>
          <p:cNvPr id="52" name="object 52" descr=""/>
          <p:cNvSpPr txBox="1"/>
          <p:nvPr/>
        </p:nvSpPr>
        <p:spPr>
          <a:xfrm>
            <a:off x="5054346" y="2518029"/>
            <a:ext cx="1040765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944244" algn="l"/>
              </a:tabLst>
            </a:pPr>
            <a:r>
              <a:rPr dirty="0" sz="1700" spc="-50">
                <a:solidFill>
                  <a:srgbClr val="0000FF"/>
                </a:solidFill>
                <a:latin typeface="Symbol"/>
                <a:cs typeface="Symbol"/>
              </a:rPr>
              <a:t></a:t>
            </a:r>
            <a:r>
              <a:rPr dirty="0" sz="170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dirty="0" sz="1700" spc="-50">
                <a:solidFill>
                  <a:srgbClr val="0000FF"/>
                </a:solidFill>
                <a:latin typeface="Symbol"/>
                <a:cs typeface="Symbol"/>
              </a:rPr>
              <a:t></a:t>
            </a:r>
            <a:endParaRPr sz="1700">
              <a:latin typeface="Symbol"/>
              <a:cs typeface="Symbol"/>
            </a:endParaRPr>
          </a:p>
        </p:txBody>
      </p:sp>
      <p:sp>
        <p:nvSpPr>
          <p:cNvPr id="53" name="object 53" descr=""/>
          <p:cNvSpPr txBox="1"/>
          <p:nvPr/>
        </p:nvSpPr>
        <p:spPr>
          <a:xfrm>
            <a:off x="4942078" y="2777998"/>
            <a:ext cx="203644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1122680" algn="l"/>
              </a:tabLst>
            </a:pPr>
            <a:r>
              <a:rPr dirty="0" baseline="3267" sz="2550" spc="-15">
                <a:solidFill>
                  <a:srgbClr val="0000FF"/>
                </a:solidFill>
                <a:latin typeface="Symbol"/>
                <a:cs typeface="Symbol"/>
              </a:rPr>
              <a:t></a:t>
            </a:r>
            <a:r>
              <a:rPr dirty="0" baseline="40935" sz="1425" spc="-15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r>
              <a:rPr dirty="0" baseline="3267" sz="2550" spc="-15" i="1">
                <a:solidFill>
                  <a:srgbClr val="0000FF"/>
                </a:solidFill>
                <a:latin typeface="Times New Roman"/>
                <a:cs typeface="Times New Roman"/>
              </a:rPr>
              <a:t>G</a:t>
            </a:r>
            <a:r>
              <a:rPr dirty="0" baseline="3267" sz="2550" spc="-202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200">
                <a:solidFill>
                  <a:srgbClr val="0000FF"/>
                </a:solidFill>
                <a:latin typeface="Symbol"/>
                <a:cs typeface="Symbol"/>
              </a:rPr>
              <a:t></a:t>
            </a:r>
            <a:r>
              <a:rPr dirty="0" baseline="3267" sz="2550" i="1">
                <a:solidFill>
                  <a:srgbClr val="0000FF"/>
                </a:solidFill>
                <a:latin typeface="Times New Roman"/>
                <a:cs typeface="Times New Roman"/>
              </a:rPr>
              <a:t>x</a:t>
            </a:r>
            <a:r>
              <a:rPr dirty="0" baseline="3267" sz="2550">
                <a:solidFill>
                  <a:srgbClr val="0000FF"/>
                </a:solidFill>
                <a:latin typeface="Times New Roman"/>
                <a:cs typeface="Times New Roman"/>
              </a:rPr>
              <a:t>,</a:t>
            </a:r>
            <a:r>
              <a:rPr dirty="0" baseline="3267" sz="2550" spc="37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3267" sz="2550" i="1">
                <a:solidFill>
                  <a:srgbClr val="0000FF"/>
                </a:solidFill>
                <a:latin typeface="Times New Roman"/>
                <a:cs typeface="Times New Roman"/>
              </a:rPr>
              <a:t>y</a:t>
            </a:r>
            <a:r>
              <a:rPr dirty="0" baseline="3267" sz="2550" spc="-352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200" spc="-50">
                <a:solidFill>
                  <a:srgbClr val="0000FF"/>
                </a:solidFill>
                <a:latin typeface="Symbol"/>
                <a:cs typeface="Symbol"/>
              </a:rPr>
              <a:t></a:t>
            </a:r>
            <a:r>
              <a:rPr dirty="0" sz="220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dirty="0" baseline="3267" sz="2550" spc="-15">
                <a:solidFill>
                  <a:srgbClr val="0000FF"/>
                </a:solidFill>
                <a:latin typeface="Symbol"/>
                <a:cs typeface="Symbol"/>
              </a:rPr>
              <a:t></a:t>
            </a:r>
            <a:r>
              <a:rPr dirty="0" baseline="40935" sz="1425" spc="-15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r>
              <a:rPr dirty="0" baseline="3267" sz="2550" spc="-15" i="1">
                <a:solidFill>
                  <a:srgbClr val="0000FF"/>
                </a:solidFill>
                <a:latin typeface="Times New Roman"/>
                <a:cs typeface="Times New Roman"/>
              </a:rPr>
              <a:t>G</a:t>
            </a:r>
            <a:r>
              <a:rPr dirty="0" baseline="3267" sz="2550" spc="-179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200">
                <a:solidFill>
                  <a:srgbClr val="0000FF"/>
                </a:solidFill>
                <a:latin typeface="Symbol"/>
                <a:cs typeface="Symbol"/>
              </a:rPr>
              <a:t></a:t>
            </a:r>
            <a:r>
              <a:rPr dirty="0" baseline="3267" sz="2550" i="1">
                <a:solidFill>
                  <a:srgbClr val="0000FF"/>
                </a:solidFill>
                <a:latin typeface="Times New Roman"/>
                <a:cs typeface="Times New Roman"/>
              </a:rPr>
              <a:t>x</a:t>
            </a:r>
            <a:r>
              <a:rPr dirty="0" baseline="3267" sz="2550">
                <a:solidFill>
                  <a:srgbClr val="0000FF"/>
                </a:solidFill>
                <a:latin typeface="Times New Roman"/>
                <a:cs typeface="Times New Roman"/>
              </a:rPr>
              <a:t>,</a:t>
            </a:r>
            <a:r>
              <a:rPr dirty="0" baseline="3267" sz="2550" spc="3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3267" sz="2550" i="1">
                <a:solidFill>
                  <a:srgbClr val="0000FF"/>
                </a:solidFill>
                <a:latin typeface="Times New Roman"/>
                <a:cs typeface="Times New Roman"/>
              </a:rPr>
              <a:t>y</a:t>
            </a:r>
            <a:r>
              <a:rPr dirty="0" baseline="3267" sz="2550" spc="-352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200" spc="-50">
                <a:solidFill>
                  <a:srgbClr val="0000FF"/>
                </a:solidFill>
                <a:latin typeface="Symbol"/>
                <a:cs typeface="Symbol"/>
              </a:rPr>
              <a:t></a:t>
            </a:r>
            <a:endParaRPr sz="2200">
              <a:latin typeface="Symbol"/>
              <a:cs typeface="Symbol"/>
            </a:endParaRPr>
          </a:p>
        </p:txBody>
      </p:sp>
      <p:sp>
        <p:nvSpPr>
          <p:cNvPr id="54" name="object 54" descr=""/>
          <p:cNvSpPr txBox="1"/>
          <p:nvPr/>
        </p:nvSpPr>
        <p:spPr>
          <a:xfrm>
            <a:off x="3806063" y="2906013"/>
            <a:ext cx="290830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baseline="-19607" sz="2550" spc="-37">
                <a:solidFill>
                  <a:srgbClr val="0000FF"/>
                </a:solidFill>
                <a:latin typeface="Symbol"/>
                <a:cs typeface="Symbol"/>
              </a:rPr>
              <a:t></a:t>
            </a:r>
            <a:r>
              <a:rPr dirty="0" sz="950" spc="-25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55" name="object 55" descr=""/>
          <p:cNvSpPr txBox="1"/>
          <p:nvPr/>
        </p:nvSpPr>
        <p:spPr>
          <a:xfrm>
            <a:off x="4046601" y="2933445"/>
            <a:ext cx="874394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baseline="3267" sz="2550" i="1">
                <a:solidFill>
                  <a:srgbClr val="0000FF"/>
                </a:solidFill>
                <a:latin typeface="Times New Roman"/>
                <a:cs typeface="Times New Roman"/>
              </a:rPr>
              <a:t>G</a:t>
            </a:r>
            <a:r>
              <a:rPr dirty="0" baseline="3267" sz="2550" spc="-254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200">
                <a:solidFill>
                  <a:srgbClr val="0000FF"/>
                </a:solidFill>
                <a:latin typeface="Symbol"/>
                <a:cs typeface="Symbol"/>
              </a:rPr>
              <a:t></a:t>
            </a:r>
            <a:r>
              <a:rPr dirty="0" baseline="3267" sz="2550" i="1">
                <a:solidFill>
                  <a:srgbClr val="0000FF"/>
                </a:solidFill>
                <a:latin typeface="Times New Roman"/>
                <a:cs typeface="Times New Roman"/>
              </a:rPr>
              <a:t>x</a:t>
            </a:r>
            <a:r>
              <a:rPr dirty="0" baseline="3267" sz="2550">
                <a:solidFill>
                  <a:srgbClr val="0000FF"/>
                </a:solidFill>
                <a:latin typeface="Times New Roman"/>
                <a:cs typeface="Times New Roman"/>
              </a:rPr>
              <a:t>,</a:t>
            </a:r>
            <a:r>
              <a:rPr dirty="0" baseline="3267" sz="2550" spc="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3267" sz="2550" i="1">
                <a:solidFill>
                  <a:srgbClr val="0000FF"/>
                </a:solidFill>
                <a:latin typeface="Times New Roman"/>
                <a:cs typeface="Times New Roman"/>
              </a:rPr>
              <a:t>y</a:t>
            </a:r>
            <a:r>
              <a:rPr dirty="0" baseline="3267" sz="2550" spc="-375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200" spc="65">
                <a:solidFill>
                  <a:srgbClr val="0000FF"/>
                </a:solidFill>
                <a:latin typeface="Symbol"/>
                <a:cs typeface="Symbol"/>
              </a:rPr>
              <a:t></a:t>
            </a:r>
            <a:r>
              <a:rPr dirty="0" baseline="3267" sz="2550" spc="97">
                <a:solidFill>
                  <a:srgbClr val="0000FF"/>
                </a:solidFill>
                <a:latin typeface="Symbol"/>
                <a:cs typeface="Symbol"/>
              </a:rPr>
              <a:t></a:t>
            </a:r>
            <a:endParaRPr baseline="3267" sz="2550">
              <a:latin typeface="Symbol"/>
              <a:cs typeface="Symbol"/>
            </a:endParaRPr>
          </a:p>
        </p:txBody>
      </p:sp>
      <p:sp>
        <p:nvSpPr>
          <p:cNvPr id="56" name="object 56" descr=""/>
          <p:cNvSpPr txBox="1"/>
          <p:nvPr/>
        </p:nvSpPr>
        <p:spPr>
          <a:xfrm>
            <a:off x="5878448" y="2990799"/>
            <a:ext cx="144780" cy="285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-50">
                <a:solidFill>
                  <a:srgbClr val="0000FF"/>
                </a:solidFill>
                <a:latin typeface="Symbol"/>
                <a:cs typeface="Symbol"/>
              </a:rPr>
              <a:t></a:t>
            </a:r>
            <a:endParaRPr sz="1700">
              <a:latin typeface="Symbol"/>
              <a:cs typeface="Symbol"/>
            </a:endParaRPr>
          </a:p>
        </p:txBody>
      </p:sp>
      <p:sp>
        <p:nvSpPr>
          <p:cNvPr id="57" name="object 57" descr=""/>
          <p:cNvSpPr txBox="1"/>
          <p:nvPr/>
        </p:nvSpPr>
        <p:spPr>
          <a:xfrm>
            <a:off x="5210047" y="3155645"/>
            <a:ext cx="1440815" cy="285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05"/>
              </a:spcBef>
              <a:tabLst>
                <a:tab pos="1134110" algn="l"/>
              </a:tabLst>
            </a:pPr>
            <a:r>
              <a:rPr dirty="0" sz="1700" spc="-25">
                <a:solidFill>
                  <a:srgbClr val="0000FF"/>
                </a:solidFill>
                <a:latin typeface="Symbol"/>
                <a:cs typeface="Symbol"/>
              </a:rPr>
              <a:t></a:t>
            </a:r>
            <a:r>
              <a:rPr dirty="0" sz="1700" spc="-25" i="1">
                <a:solidFill>
                  <a:srgbClr val="0000FF"/>
                </a:solidFill>
                <a:latin typeface="Times New Roman"/>
                <a:cs typeface="Times New Roman"/>
              </a:rPr>
              <a:t>x</a:t>
            </a:r>
            <a:r>
              <a:rPr dirty="0" baseline="35087" sz="1425" spc="-37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r>
              <a:rPr dirty="0" baseline="35087" sz="1425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dirty="0" sz="1700" spc="-25">
                <a:solidFill>
                  <a:srgbClr val="0000FF"/>
                </a:solidFill>
                <a:latin typeface="Symbol"/>
                <a:cs typeface="Symbol"/>
              </a:rPr>
              <a:t></a:t>
            </a:r>
            <a:r>
              <a:rPr dirty="0" sz="1700" spc="-25" i="1">
                <a:solidFill>
                  <a:srgbClr val="0000FF"/>
                </a:solidFill>
                <a:latin typeface="Times New Roman"/>
                <a:cs typeface="Times New Roman"/>
              </a:rPr>
              <a:t>y</a:t>
            </a:r>
            <a:r>
              <a:rPr dirty="0" baseline="35087" sz="1425" spc="-37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endParaRPr baseline="35087" sz="1425">
              <a:latin typeface="Times New Roman"/>
              <a:cs typeface="Times New Roman"/>
            </a:endParaRPr>
          </a:p>
        </p:txBody>
      </p:sp>
      <p:sp>
        <p:nvSpPr>
          <p:cNvPr id="58" name="object 58" descr=""/>
          <p:cNvSpPr txBox="1"/>
          <p:nvPr/>
        </p:nvSpPr>
        <p:spPr>
          <a:xfrm>
            <a:off x="4956809" y="4575759"/>
            <a:ext cx="108585" cy="285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-50">
                <a:solidFill>
                  <a:srgbClr val="0000FF"/>
                </a:solidFill>
                <a:latin typeface="Symbol"/>
                <a:cs typeface="Symbol"/>
              </a:rPr>
              <a:t></a:t>
            </a:r>
            <a:endParaRPr sz="1700">
              <a:latin typeface="Symbol"/>
              <a:cs typeface="Symbol"/>
            </a:endParaRPr>
          </a:p>
        </p:txBody>
      </p:sp>
      <p:sp>
        <p:nvSpPr>
          <p:cNvPr id="59" name="object 59" descr=""/>
          <p:cNvSpPr txBox="1"/>
          <p:nvPr/>
        </p:nvSpPr>
        <p:spPr>
          <a:xfrm>
            <a:off x="6248146" y="4575759"/>
            <a:ext cx="108585" cy="285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-50">
                <a:solidFill>
                  <a:srgbClr val="0000FF"/>
                </a:solidFill>
                <a:latin typeface="Symbol"/>
                <a:cs typeface="Symbol"/>
              </a:rPr>
              <a:t></a:t>
            </a:r>
            <a:endParaRPr sz="1700">
              <a:latin typeface="Symbol"/>
              <a:cs typeface="Symbol"/>
            </a:endParaRPr>
          </a:p>
        </p:txBody>
      </p:sp>
      <p:sp>
        <p:nvSpPr>
          <p:cNvPr id="60" name="object 60" descr=""/>
          <p:cNvSpPr txBox="1"/>
          <p:nvPr/>
        </p:nvSpPr>
        <p:spPr>
          <a:xfrm>
            <a:off x="6427470" y="4901565"/>
            <a:ext cx="108585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50">
                <a:solidFill>
                  <a:srgbClr val="0000FF"/>
                </a:solidFill>
                <a:latin typeface="Symbol"/>
                <a:cs typeface="Symbol"/>
              </a:rPr>
              <a:t></a:t>
            </a:r>
            <a:endParaRPr sz="1700">
              <a:latin typeface="Symbol"/>
              <a:cs typeface="Symbol"/>
            </a:endParaRPr>
          </a:p>
        </p:txBody>
      </p:sp>
      <p:sp>
        <p:nvSpPr>
          <p:cNvPr id="61" name="object 61" descr=""/>
          <p:cNvSpPr txBox="1"/>
          <p:nvPr/>
        </p:nvSpPr>
        <p:spPr>
          <a:xfrm>
            <a:off x="5084317" y="4884375"/>
            <a:ext cx="1000760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1633" sz="2550">
                <a:solidFill>
                  <a:srgbClr val="0000FF"/>
                </a:solidFill>
                <a:latin typeface="Symbol"/>
                <a:cs typeface="Symbol"/>
              </a:rPr>
              <a:t></a:t>
            </a:r>
            <a:r>
              <a:rPr dirty="0" baseline="1633" sz="2550" spc="-34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1700" i="1">
                <a:solidFill>
                  <a:srgbClr val="0000FF"/>
                </a:solidFill>
                <a:latin typeface="Times New Roman"/>
                <a:cs typeface="Times New Roman"/>
              </a:rPr>
              <a:t>r</a:t>
            </a:r>
            <a:r>
              <a:rPr dirty="0" sz="1700" spc="-275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35087" sz="1425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r>
              <a:rPr dirty="0" baseline="35087" sz="1425" spc="3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1700" spc="-10">
                <a:solidFill>
                  <a:srgbClr val="0000FF"/>
                </a:solidFill>
                <a:latin typeface="Symbol"/>
                <a:cs typeface="Symbol"/>
              </a:rPr>
              <a:t></a:t>
            </a:r>
            <a:r>
              <a:rPr dirty="0" sz="1700" spc="-15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1700" spc="-125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r>
              <a:rPr dirty="0" sz="1900" spc="-125">
                <a:solidFill>
                  <a:srgbClr val="0000FF"/>
                </a:solidFill>
                <a:latin typeface="Symbol"/>
                <a:cs typeface="Symbol"/>
              </a:rPr>
              <a:t></a:t>
            </a:r>
            <a:r>
              <a:rPr dirty="0" sz="1900" spc="-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35087" sz="1425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r>
              <a:rPr dirty="0" baseline="35087" sz="1425" spc="-44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1633" sz="2550" spc="-75">
                <a:solidFill>
                  <a:srgbClr val="0000FF"/>
                </a:solidFill>
                <a:latin typeface="Symbol"/>
                <a:cs typeface="Symbol"/>
              </a:rPr>
              <a:t></a:t>
            </a:r>
            <a:endParaRPr baseline="1633" sz="2550">
              <a:latin typeface="Symbol"/>
              <a:cs typeface="Symbol"/>
            </a:endParaRPr>
          </a:p>
        </p:txBody>
      </p:sp>
      <p:sp>
        <p:nvSpPr>
          <p:cNvPr id="62" name="object 62" descr=""/>
          <p:cNvSpPr txBox="1"/>
          <p:nvPr/>
        </p:nvSpPr>
        <p:spPr>
          <a:xfrm>
            <a:off x="3806063" y="4950714"/>
            <a:ext cx="287655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19607" sz="2550" spc="-37">
                <a:solidFill>
                  <a:srgbClr val="0000FF"/>
                </a:solidFill>
                <a:latin typeface="Symbol"/>
                <a:cs typeface="Symbol"/>
              </a:rPr>
              <a:t></a:t>
            </a:r>
            <a:r>
              <a:rPr dirty="0" sz="950" spc="-25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63" name="object 63" descr=""/>
          <p:cNvSpPr txBox="1"/>
          <p:nvPr/>
        </p:nvSpPr>
        <p:spPr>
          <a:xfrm>
            <a:off x="6091809" y="5043297"/>
            <a:ext cx="592455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0375" algn="l"/>
              </a:tabLst>
            </a:pPr>
            <a:r>
              <a:rPr dirty="0" sz="1700" spc="-25">
                <a:solidFill>
                  <a:srgbClr val="0000FF"/>
                </a:solidFill>
                <a:latin typeface="Times New Roman"/>
                <a:cs typeface="Times New Roman"/>
              </a:rPr>
              <a:t>exp</a:t>
            </a:r>
            <a:r>
              <a:rPr dirty="0" sz="170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dirty="0" sz="1700" spc="-50">
                <a:solidFill>
                  <a:srgbClr val="0000FF"/>
                </a:solidFill>
                <a:latin typeface="Symbol"/>
                <a:cs typeface="Symbol"/>
              </a:rPr>
              <a:t></a:t>
            </a:r>
            <a:endParaRPr sz="1700">
              <a:latin typeface="Symbol"/>
              <a:cs typeface="Symbol"/>
            </a:endParaRPr>
          </a:p>
        </p:txBody>
      </p:sp>
      <p:sp>
        <p:nvSpPr>
          <p:cNvPr id="64" name="object 64" descr=""/>
          <p:cNvSpPr txBox="1"/>
          <p:nvPr/>
        </p:nvSpPr>
        <p:spPr>
          <a:xfrm>
            <a:off x="7097648" y="4901565"/>
            <a:ext cx="108585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50">
                <a:solidFill>
                  <a:srgbClr val="0000FF"/>
                </a:solidFill>
                <a:latin typeface="Symbol"/>
                <a:cs typeface="Symbol"/>
              </a:rPr>
              <a:t></a:t>
            </a:r>
            <a:endParaRPr sz="1700">
              <a:latin typeface="Symbol"/>
              <a:cs typeface="Symbol"/>
            </a:endParaRPr>
          </a:p>
        </p:txBody>
      </p:sp>
      <p:sp>
        <p:nvSpPr>
          <p:cNvPr id="65" name="object 65" descr=""/>
          <p:cNvSpPr txBox="1"/>
          <p:nvPr/>
        </p:nvSpPr>
        <p:spPr>
          <a:xfrm>
            <a:off x="6427470" y="5100320"/>
            <a:ext cx="108585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50">
                <a:solidFill>
                  <a:srgbClr val="0000FF"/>
                </a:solidFill>
                <a:latin typeface="Symbol"/>
                <a:cs typeface="Symbol"/>
              </a:rPr>
              <a:t></a:t>
            </a:r>
            <a:endParaRPr sz="1700">
              <a:latin typeface="Symbol"/>
              <a:cs typeface="Symbol"/>
            </a:endParaRPr>
          </a:p>
        </p:txBody>
      </p:sp>
      <p:sp>
        <p:nvSpPr>
          <p:cNvPr id="66" name="object 66" descr=""/>
          <p:cNvSpPr txBox="1"/>
          <p:nvPr/>
        </p:nvSpPr>
        <p:spPr>
          <a:xfrm>
            <a:off x="4062476" y="4989957"/>
            <a:ext cx="85788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baseline="3267" sz="2550" i="1">
                <a:solidFill>
                  <a:srgbClr val="0000FF"/>
                </a:solidFill>
                <a:latin typeface="Times New Roman"/>
                <a:cs typeface="Times New Roman"/>
              </a:rPr>
              <a:t>G</a:t>
            </a:r>
            <a:r>
              <a:rPr dirty="0" baseline="3267" sz="2550" spc="-284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200">
                <a:solidFill>
                  <a:srgbClr val="0000FF"/>
                </a:solidFill>
                <a:latin typeface="Symbol"/>
                <a:cs typeface="Symbol"/>
              </a:rPr>
              <a:t></a:t>
            </a:r>
            <a:r>
              <a:rPr dirty="0" baseline="3267" sz="2550" i="1">
                <a:solidFill>
                  <a:srgbClr val="0000FF"/>
                </a:solidFill>
                <a:latin typeface="Times New Roman"/>
                <a:cs typeface="Times New Roman"/>
              </a:rPr>
              <a:t>x</a:t>
            </a:r>
            <a:r>
              <a:rPr dirty="0" baseline="3267" sz="2550">
                <a:solidFill>
                  <a:srgbClr val="0000FF"/>
                </a:solidFill>
                <a:latin typeface="Times New Roman"/>
                <a:cs typeface="Times New Roman"/>
              </a:rPr>
              <a:t>,</a:t>
            </a:r>
            <a:r>
              <a:rPr dirty="0" baseline="3267" sz="2550" spc="-7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3267" sz="2550" i="1">
                <a:solidFill>
                  <a:srgbClr val="0000FF"/>
                </a:solidFill>
                <a:latin typeface="Times New Roman"/>
                <a:cs typeface="Times New Roman"/>
              </a:rPr>
              <a:t>y</a:t>
            </a:r>
            <a:r>
              <a:rPr dirty="0" baseline="3267" sz="2550" spc="-397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200" spc="60">
                <a:solidFill>
                  <a:srgbClr val="0000FF"/>
                </a:solidFill>
                <a:latin typeface="Symbol"/>
                <a:cs typeface="Symbol"/>
              </a:rPr>
              <a:t></a:t>
            </a:r>
            <a:r>
              <a:rPr dirty="0" baseline="3267" sz="2550" spc="89">
                <a:solidFill>
                  <a:srgbClr val="0000FF"/>
                </a:solidFill>
                <a:latin typeface="Symbol"/>
                <a:cs typeface="Symbol"/>
              </a:rPr>
              <a:t></a:t>
            </a:r>
            <a:endParaRPr baseline="3267" sz="2550">
              <a:latin typeface="Symbol"/>
              <a:cs typeface="Symbol"/>
            </a:endParaRPr>
          </a:p>
        </p:txBody>
      </p:sp>
      <p:sp>
        <p:nvSpPr>
          <p:cNvPr id="67" name="object 67" descr=""/>
          <p:cNvSpPr txBox="1"/>
          <p:nvPr/>
        </p:nvSpPr>
        <p:spPr>
          <a:xfrm>
            <a:off x="5089905" y="5092065"/>
            <a:ext cx="108585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50">
                <a:solidFill>
                  <a:srgbClr val="0000FF"/>
                </a:solidFill>
                <a:latin typeface="Symbol"/>
                <a:cs typeface="Symbol"/>
              </a:rPr>
              <a:t></a:t>
            </a:r>
            <a:endParaRPr sz="1700">
              <a:latin typeface="Symbol"/>
              <a:cs typeface="Symbol"/>
            </a:endParaRPr>
          </a:p>
        </p:txBody>
      </p:sp>
      <p:sp>
        <p:nvSpPr>
          <p:cNvPr id="68" name="object 68" descr=""/>
          <p:cNvSpPr txBox="1"/>
          <p:nvPr/>
        </p:nvSpPr>
        <p:spPr>
          <a:xfrm>
            <a:off x="7097648" y="5100320"/>
            <a:ext cx="108585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50">
                <a:solidFill>
                  <a:srgbClr val="0000FF"/>
                </a:solidFill>
                <a:latin typeface="Symbol"/>
                <a:cs typeface="Symbol"/>
              </a:rPr>
              <a:t></a:t>
            </a:r>
            <a:endParaRPr sz="1700">
              <a:latin typeface="Symbol"/>
              <a:cs typeface="Symbol"/>
            </a:endParaRPr>
          </a:p>
        </p:txBody>
      </p:sp>
      <p:sp>
        <p:nvSpPr>
          <p:cNvPr id="69" name="object 69" descr=""/>
          <p:cNvSpPr txBox="1"/>
          <p:nvPr/>
        </p:nvSpPr>
        <p:spPr>
          <a:xfrm>
            <a:off x="5976620" y="5109464"/>
            <a:ext cx="108585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50">
                <a:solidFill>
                  <a:srgbClr val="0000FF"/>
                </a:solidFill>
                <a:latin typeface="Symbol"/>
                <a:cs typeface="Symbol"/>
              </a:rPr>
              <a:t></a:t>
            </a:r>
            <a:endParaRPr sz="1700">
              <a:latin typeface="Symbol"/>
              <a:cs typeface="Symbol"/>
            </a:endParaRPr>
          </a:p>
        </p:txBody>
      </p:sp>
      <p:sp>
        <p:nvSpPr>
          <p:cNvPr id="70" name="object 70" descr=""/>
          <p:cNvSpPr txBox="1"/>
          <p:nvPr/>
        </p:nvSpPr>
        <p:spPr>
          <a:xfrm>
            <a:off x="5109209" y="5268595"/>
            <a:ext cx="108585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50">
                <a:solidFill>
                  <a:srgbClr val="0000FF"/>
                </a:solidFill>
                <a:latin typeface="Symbol"/>
                <a:cs typeface="Symbol"/>
              </a:rPr>
              <a:t></a:t>
            </a:r>
            <a:endParaRPr sz="1700">
              <a:latin typeface="Symbol"/>
              <a:cs typeface="Symbol"/>
            </a:endParaRPr>
          </a:p>
        </p:txBody>
      </p:sp>
      <p:sp>
        <p:nvSpPr>
          <p:cNvPr id="71" name="object 71" descr=""/>
          <p:cNvSpPr txBox="1"/>
          <p:nvPr/>
        </p:nvSpPr>
        <p:spPr>
          <a:xfrm>
            <a:off x="5976620" y="5264022"/>
            <a:ext cx="560070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3550" algn="l"/>
              </a:tabLst>
            </a:pPr>
            <a:r>
              <a:rPr dirty="0" sz="1700" spc="-50">
                <a:solidFill>
                  <a:srgbClr val="0000FF"/>
                </a:solidFill>
                <a:latin typeface="Symbol"/>
                <a:cs typeface="Symbol"/>
              </a:rPr>
              <a:t></a:t>
            </a:r>
            <a:r>
              <a:rPr dirty="0" sz="170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dirty="0" sz="1700" spc="-50">
                <a:solidFill>
                  <a:srgbClr val="0000FF"/>
                </a:solidFill>
                <a:latin typeface="Symbol"/>
                <a:cs typeface="Symbol"/>
              </a:rPr>
              <a:t></a:t>
            </a:r>
            <a:endParaRPr sz="1700">
              <a:latin typeface="Symbol"/>
              <a:cs typeface="Symbol"/>
            </a:endParaRPr>
          </a:p>
        </p:txBody>
      </p:sp>
      <p:sp>
        <p:nvSpPr>
          <p:cNvPr id="72" name="object 72" descr=""/>
          <p:cNvSpPr txBox="1"/>
          <p:nvPr/>
        </p:nvSpPr>
        <p:spPr>
          <a:xfrm>
            <a:off x="7097014" y="5268595"/>
            <a:ext cx="108585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50">
                <a:solidFill>
                  <a:srgbClr val="0000FF"/>
                </a:solidFill>
                <a:latin typeface="Symbol"/>
                <a:cs typeface="Symbol"/>
              </a:rPr>
              <a:t></a:t>
            </a:r>
            <a:endParaRPr sz="1700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5080"/>
              </a:lnSpc>
              <a:spcBef>
                <a:spcPts val="105"/>
              </a:spcBef>
            </a:pPr>
            <a:r>
              <a:rPr dirty="0" spc="-50"/>
              <a:t>Marr-</a:t>
            </a:r>
            <a:r>
              <a:rPr dirty="0"/>
              <a:t>Hildreth</a:t>
            </a:r>
            <a:r>
              <a:rPr dirty="0" spc="-80"/>
              <a:t> </a:t>
            </a:r>
            <a:r>
              <a:rPr dirty="0"/>
              <a:t>Edge</a:t>
            </a:r>
            <a:r>
              <a:rPr dirty="0" spc="-120"/>
              <a:t> </a:t>
            </a:r>
            <a:r>
              <a:rPr dirty="0" spc="-10"/>
              <a:t>Detector</a:t>
            </a:r>
          </a:p>
          <a:p>
            <a:pPr marL="12700">
              <a:lnSpc>
                <a:spcPts val="4120"/>
              </a:lnSpc>
            </a:pPr>
            <a:r>
              <a:rPr dirty="0" sz="3600"/>
              <a:t>LoG</a:t>
            </a:r>
            <a:r>
              <a:rPr dirty="0" sz="3600" spc="-100"/>
              <a:t> </a:t>
            </a:r>
            <a:r>
              <a:rPr dirty="0" sz="3600"/>
              <a:t>(Laplacian</a:t>
            </a:r>
            <a:r>
              <a:rPr dirty="0" sz="3600" spc="-70"/>
              <a:t> </a:t>
            </a:r>
            <a:r>
              <a:rPr dirty="0" sz="3600"/>
              <a:t>of</a:t>
            </a:r>
            <a:r>
              <a:rPr dirty="0" sz="3600" spc="-70"/>
              <a:t> </a:t>
            </a:r>
            <a:r>
              <a:rPr dirty="0" sz="3600"/>
              <a:t>Gaussian)</a:t>
            </a:r>
            <a:r>
              <a:rPr dirty="0" sz="3600" spc="-65"/>
              <a:t> </a:t>
            </a:r>
            <a:r>
              <a:rPr dirty="0" sz="3600" spc="-10"/>
              <a:t>Operator</a:t>
            </a:r>
            <a:endParaRPr sz="360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21852" y="1825123"/>
            <a:ext cx="1052870" cy="2979833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33927" y="1823038"/>
            <a:ext cx="5289804" cy="4196390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5080"/>
              </a:lnSpc>
              <a:spcBef>
                <a:spcPts val="105"/>
              </a:spcBef>
            </a:pPr>
            <a:r>
              <a:rPr dirty="0" spc="-50"/>
              <a:t>Marr-</a:t>
            </a:r>
            <a:r>
              <a:rPr dirty="0"/>
              <a:t>Hildreth</a:t>
            </a:r>
            <a:r>
              <a:rPr dirty="0" spc="-80"/>
              <a:t> </a:t>
            </a:r>
            <a:r>
              <a:rPr dirty="0"/>
              <a:t>Edge</a:t>
            </a:r>
            <a:r>
              <a:rPr dirty="0" spc="-120"/>
              <a:t> </a:t>
            </a:r>
            <a:r>
              <a:rPr dirty="0" spc="-10"/>
              <a:t>Detector</a:t>
            </a:r>
          </a:p>
          <a:p>
            <a:pPr marL="12700">
              <a:lnSpc>
                <a:spcPts val="4120"/>
              </a:lnSpc>
            </a:pPr>
            <a:r>
              <a:rPr dirty="0" sz="3600"/>
              <a:t>LoG</a:t>
            </a:r>
            <a:r>
              <a:rPr dirty="0" sz="3600" spc="-100"/>
              <a:t> </a:t>
            </a:r>
            <a:r>
              <a:rPr dirty="0" sz="3600"/>
              <a:t>(Laplacian</a:t>
            </a:r>
            <a:r>
              <a:rPr dirty="0" sz="3600" spc="-70"/>
              <a:t> </a:t>
            </a:r>
            <a:r>
              <a:rPr dirty="0" sz="3600"/>
              <a:t>of</a:t>
            </a:r>
            <a:r>
              <a:rPr dirty="0" sz="3600" spc="-70"/>
              <a:t> </a:t>
            </a:r>
            <a:r>
              <a:rPr dirty="0" sz="3600"/>
              <a:t>Gaussian)</a:t>
            </a:r>
            <a:r>
              <a:rPr dirty="0" sz="3600" spc="-65"/>
              <a:t> </a:t>
            </a:r>
            <a:r>
              <a:rPr dirty="0" sz="3600" spc="-10"/>
              <a:t>Operator</a:t>
            </a:r>
            <a:endParaRPr sz="3600"/>
          </a:p>
        </p:txBody>
      </p:sp>
      <p:sp>
        <p:nvSpPr>
          <p:cNvPr id="3" name="object 3" descr=""/>
          <p:cNvSpPr txBox="1"/>
          <p:nvPr/>
        </p:nvSpPr>
        <p:spPr>
          <a:xfrm>
            <a:off x="2321814" y="1746139"/>
            <a:ext cx="5873750" cy="4475480"/>
          </a:xfrm>
          <a:prstGeom prst="rect">
            <a:avLst/>
          </a:prstGeom>
        </p:spPr>
        <p:txBody>
          <a:bodyPr wrap="square" lIns="0" tIns="101600" rIns="0" bIns="0" rtlCol="0" vert="horz">
            <a:spAutoFit/>
          </a:bodyPr>
          <a:lstStyle/>
          <a:p>
            <a:pPr marL="349885" indent="-286385">
              <a:lnSpc>
                <a:spcPct val="100000"/>
              </a:lnSpc>
              <a:spcBef>
                <a:spcPts val="800"/>
              </a:spcBef>
              <a:buChar char="–"/>
              <a:tabLst>
                <a:tab pos="349885" algn="l"/>
              </a:tabLst>
            </a:pPr>
            <a:r>
              <a:rPr dirty="0" sz="2400" spc="-10">
                <a:latin typeface="Times New Roman"/>
                <a:cs typeface="Times New Roman"/>
              </a:rPr>
              <a:t>Idea:</a:t>
            </a:r>
            <a:endParaRPr sz="2400">
              <a:latin typeface="Times New Roman"/>
              <a:cs typeface="Times New Roman"/>
            </a:endParaRPr>
          </a:p>
          <a:p>
            <a:pPr lvl="1" marL="747395" indent="-226695">
              <a:lnSpc>
                <a:spcPct val="100000"/>
              </a:lnSpc>
              <a:spcBef>
                <a:spcPts val="525"/>
              </a:spcBef>
              <a:buChar char="•"/>
              <a:tabLst>
                <a:tab pos="747395" algn="l"/>
              </a:tabLst>
            </a:pPr>
            <a:r>
              <a:rPr dirty="0" sz="1800" spc="-10">
                <a:latin typeface="Times New Roman"/>
                <a:cs typeface="Times New Roman"/>
              </a:rPr>
              <a:t>Smoothing</a:t>
            </a:r>
            <a:endParaRPr sz="1800">
              <a:latin typeface="Times New Roman"/>
              <a:cs typeface="Times New Roman"/>
            </a:endParaRPr>
          </a:p>
          <a:p>
            <a:pPr lvl="1" marL="747395" indent="-226695">
              <a:lnSpc>
                <a:spcPct val="100000"/>
              </a:lnSpc>
              <a:spcBef>
                <a:spcPts val="495"/>
              </a:spcBef>
              <a:buChar char="•"/>
              <a:tabLst>
                <a:tab pos="747395" algn="l"/>
              </a:tabLst>
            </a:pPr>
            <a:r>
              <a:rPr dirty="0" sz="1800" spc="-10">
                <a:latin typeface="Times New Roman"/>
                <a:cs typeface="Times New Roman"/>
              </a:rPr>
              <a:t>Sharpening</a:t>
            </a:r>
            <a:endParaRPr sz="1800">
              <a:latin typeface="Times New Roman"/>
              <a:cs typeface="Times New Roman"/>
            </a:endParaRPr>
          </a:p>
          <a:p>
            <a:pPr marL="282575">
              <a:lnSpc>
                <a:spcPct val="100000"/>
              </a:lnSpc>
              <a:spcBef>
                <a:spcPts val="875"/>
              </a:spcBef>
              <a:tabLst>
                <a:tab pos="1593850" algn="l"/>
              </a:tabLst>
            </a:pPr>
            <a:r>
              <a:rPr dirty="0" sz="2300" i="1">
                <a:solidFill>
                  <a:srgbClr val="0000FF"/>
                </a:solidFill>
                <a:latin typeface="Times New Roman"/>
                <a:cs typeface="Times New Roman"/>
              </a:rPr>
              <a:t>g</a:t>
            </a:r>
            <a:r>
              <a:rPr dirty="0" sz="2300" spc="-155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-1821" sz="4575">
                <a:solidFill>
                  <a:srgbClr val="0000FF"/>
                </a:solidFill>
                <a:latin typeface="Symbol"/>
                <a:cs typeface="Symbol"/>
              </a:rPr>
              <a:t></a:t>
            </a:r>
            <a:r>
              <a:rPr dirty="0" sz="2300" i="1">
                <a:solidFill>
                  <a:srgbClr val="0000FF"/>
                </a:solidFill>
                <a:latin typeface="Times New Roman"/>
                <a:cs typeface="Times New Roman"/>
              </a:rPr>
              <a:t>x</a:t>
            </a:r>
            <a:r>
              <a:rPr dirty="0" sz="2300">
                <a:solidFill>
                  <a:srgbClr val="0000FF"/>
                </a:solidFill>
                <a:latin typeface="Times New Roman"/>
                <a:cs typeface="Times New Roman"/>
              </a:rPr>
              <a:t>,</a:t>
            </a:r>
            <a:r>
              <a:rPr dirty="0" sz="2300" spc="-3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300" spc="-20" i="1">
                <a:solidFill>
                  <a:srgbClr val="0000FF"/>
                </a:solidFill>
                <a:latin typeface="Times New Roman"/>
                <a:cs typeface="Times New Roman"/>
              </a:rPr>
              <a:t>y</a:t>
            </a:r>
            <a:r>
              <a:rPr dirty="0" sz="2300" spc="-345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-1821" sz="4575" spc="172">
                <a:solidFill>
                  <a:srgbClr val="0000FF"/>
                </a:solidFill>
                <a:latin typeface="Symbol"/>
                <a:cs typeface="Symbol"/>
              </a:rPr>
              <a:t></a:t>
            </a:r>
            <a:r>
              <a:rPr dirty="0" sz="2300" spc="114">
                <a:solidFill>
                  <a:srgbClr val="0000FF"/>
                </a:solidFill>
                <a:latin typeface="Symbol"/>
                <a:cs typeface="Symbol"/>
              </a:rPr>
              <a:t></a:t>
            </a:r>
            <a:r>
              <a:rPr dirty="0" sz="230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dirty="0" baseline="1207" sz="3450" spc="-15">
                <a:solidFill>
                  <a:srgbClr val="0000FF"/>
                </a:solidFill>
                <a:latin typeface="Symbol"/>
                <a:cs typeface="Symbol"/>
              </a:rPr>
              <a:t></a:t>
            </a:r>
            <a:r>
              <a:rPr dirty="0" baseline="1207" sz="3450" spc="-442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-18115" sz="3450" spc="-44">
                <a:solidFill>
                  <a:srgbClr val="0000FF"/>
                </a:solidFill>
                <a:latin typeface="Symbol"/>
                <a:cs typeface="Symbol"/>
              </a:rPr>
              <a:t></a:t>
            </a:r>
            <a:r>
              <a:rPr dirty="0" sz="2300" spc="-30">
                <a:solidFill>
                  <a:srgbClr val="0000FF"/>
                </a:solidFill>
                <a:latin typeface="Symbol"/>
                <a:cs typeface="Symbol"/>
              </a:rPr>
              <a:t></a:t>
            </a:r>
            <a:r>
              <a:rPr dirty="0" baseline="37037" sz="2025" spc="-44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r>
              <a:rPr dirty="0" sz="2300" spc="-30" i="1">
                <a:solidFill>
                  <a:srgbClr val="0000FF"/>
                </a:solidFill>
                <a:latin typeface="Times New Roman"/>
                <a:cs typeface="Times New Roman"/>
              </a:rPr>
              <a:t>G</a:t>
            </a:r>
            <a:r>
              <a:rPr dirty="0" baseline="-1821" sz="4575" spc="-44">
                <a:solidFill>
                  <a:srgbClr val="0000FF"/>
                </a:solidFill>
                <a:latin typeface="Symbol"/>
                <a:cs typeface="Symbol"/>
              </a:rPr>
              <a:t></a:t>
            </a:r>
            <a:r>
              <a:rPr dirty="0" sz="2300" spc="-30" i="1">
                <a:solidFill>
                  <a:srgbClr val="0000FF"/>
                </a:solidFill>
                <a:latin typeface="Times New Roman"/>
                <a:cs typeface="Times New Roman"/>
              </a:rPr>
              <a:t>x</a:t>
            </a:r>
            <a:r>
              <a:rPr dirty="0" sz="2300" spc="-30">
                <a:solidFill>
                  <a:srgbClr val="0000FF"/>
                </a:solidFill>
                <a:latin typeface="Times New Roman"/>
                <a:cs typeface="Times New Roman"/>
              </a:rPr>
              <a:t>,</a:t>
            </a:r>
            <a:r>
              <a:rPr dirty="0" sz="2300" spc="-4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300" spc="-20" i="1">
                <a:solidFill>
                  <a:srgbClr val="0000FF"/>
                </a:solidFill>
                <a:latin typeface="Times New Roman"/>
                <a:cs typeface="Times New Roman"/>
              </a:rPr>
              <a:t>y</a:t>
            </a:r>
            <a:r>
              <a:rPr dirty="0" sz="2300" spc="-335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-1821" sz="4575" spc="-397">
                <a:solidFill>
                  <a:srgbClr val="0000FF"/>
                </a:solidFill>
                <a:latin typeface="Symbol"/>
                <a:cs typeface="Symbol"/>
              </a:rPr>
              <a:t></a:t>
            </a:r>
            <a:r>
              <a:rPr dirty="0" baseline="1207" sz="3450" spc="-397">
                <a:solidFill>
                  <a:srgbClr val="0000FF"/>
                </a:solidFill>
                <a:latin typeface="Symbol"/>
                <a:cs typeface="Symbol"/>
              </a:rPr>
              <a:t></a:t>
            </a:r>
            <a:r>
              <a:rPr dirty="0" baseline="-18115" sz="3450" spc="-397">
                <a:solidFill>
                  <a:srgbClr val="0000FF"/>
                </a:solidFill>
                <a:latin typeface="Symbol"/>
                <a:cs typeface="Symbol"/>
              </a:rPr>
              <a:t></a:t>
            </a:r>
            <a:r>
              <a:rPr dirty="0" baseline="-18115" sz="3450" spc="-67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300" i="1">
                <a:solidFill>
                  <a:srgbClr val="0000FF"/>
                </a:solidFill>
                <a:latin typeface="Times New Roman"/>
                <a:cs typeface="Times New Roman"/>
              </a:rPr>
              <a:t>f</a:t>
            </a:r>
            <a:r>
              <a:rPr dirty="0" sz="2300" spc="240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-1821" sz="4575">
                <a:solidFill>
                  <a:srgbClr val="0000FF"/>
                </a:solidFill>
                <a:latin typeface="Symbol"/>
                <a:cs typeface="Symbol"/>
              </a:rPr>
              <a:t></a:t>
            </a:r>
            <a:r>
              <a:rPr dirty="0" sz="2300" i="1">
                <a:solidFill>
                  <a:srgbClr val="0000FF"/>
                </a:solidFill>
                <a:latin typeface="Times New Roman"/>
                <a:cs typeface="Times New Roman"/>
              </a:rPr>
              <a:t>x</a:t>
            </a:r>
            <a:r>
              <a:rPr dirty="0" sz="2300">
                <a:solidFill>
                  <a:srgbClr val="0000FF"/>
                </a:solidFill>
                <a:latin typeface="Times New Roman"/>
                <a:cs typeface="Times New Roman"/>
              </a:rPr>
              <a:t>,</a:t>
            </a:r>
            <a:r>
              <a:rPr dirty="0" sz="2300" spc="-4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300" spc="-20" i="1">
                <a:solidFill>
                  <a:srgbClr val="0000FF"/>
                </a:solidFill>
                <a:latin typeface="Times New Roman"/>
                <a:cs typeface="Times New Roman"/>
              </a:rPr>
              <a:t>y</a:t>
            </a:r>
            <a:r>
              <a:rPr dirty="0" sz="2300" spc="-335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-1821" sz="4575" spc="187">
                <a:solidFill>
                  <a:srgbClr val="0000FF"/>
                </a:solidFill>
                <a:latin typeface="Symbol"/>
                <a:cs typeface="Symbol"/>
              </a:rPr>
              <a:t></a:t>
            </a:r>
            <a:r>
              <a:rPr dirty="0" sz="2300" spc="125">
                <a:solidFill>
                  <a:srgbClr val="0000FF"/>
                </a:solidFill>
                <a:latin typeface="Symbol"/>
                <a:cs typeface="Symbol"/>
              </a:rPr>
              <a:t></a:t>
            </a:r>
            <a:r>
              <a:rPr dirty="0" sz="2300" spc="-9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300">
                <a:solidFill>
                  <a:srgbClr val="0000FF"/>
                </a:solidFill>
                <a:latin typeface="Symbol"/>
                <a:cs typeface="Symbol"/>
              </a:rPr>
              <a:t></a:t>
            </a:r>
            <a:r>
              <a:rPr dirty="0" baseline="37037" sz="2025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r>
              <a:rPr dirty="0" baseline="37037" sz="2025" spc="48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300" spc="-95">
                <a:solidFill>
                  <a:srgbClr val="0000FF"/>
                </a:solidFill>
                <a:latin typeface="Symbol"/>
                <a:cs typeface="Symbol"/>
              </a:rPr>
              <a:t></a:t>
            </a:r>
            <a:r>
              <a:rPr dirty="0" baseline="-15700" sz="3450" spc="-142">
                <a:solidFill>
                  <a:srgbClr val="0000FF"/>
                </a:solidFill>
                <a:latin typeface="Symbol"/>
                <a:cs typeface="Symbol"/>
              </a:rPr>
              <a:t></a:t>
            </a:r>
            <a:r>
              <a:rPr dirty="0" sz="2300" spc="-95" i="1">
                <a:solidFill>
                  <a:srgbClr val="0000FF"/>
                </a:solidFill>
                <a:latin typeface="Times New Roman"/>
                <a:cs typeface="Times New Roman"/>
              </a:rPr>
              <a:t>G</a:t>
            </a:r>
            <a:r>
              <a:rPr dirty="0" baseline="-1821" sz="4575" spc="-142">
                <a:solidFill>
                  <a:srgbClr val="0000FF"/>
                </a:solidFill>
                <a:latin typeface="Symbol"/>
                <a:cs typeface="Symbol"/>
              </a:rPr>
              <a:t></a:t>
            </a:r>
            <a:r>
              <a:rPr dirty="0" sz="2300" spc="-95" i="1">
                <a:solidFill>
                  <a:srgbClr val="0000FF"/>
                </a:solidFill>
                <a:latin typeface="Times New Roman"/>
                <a:cs typeface="Times New Roman"/>
              </a:rPr>
              <a:t>x</a:t>
            </a:r>
            <a:r>
              <a:rPr dirty="0" sz="2300" spc="-95">
                <a:solidFill>
                  <a:srgbClr val="0000FF"/>
                </a:solidFill>
                <a:latin typeface="Times New Roman"/>
                <a:cs typeface="Times New Roman"/>
              </a:rPr>
              <a:t>,</a:t>
            </a:r>
            <a:r>
              <a:rPr dirty="0" sz="2300" spc="-6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300" spc="-20" i="1">
                <a:solidFill>
                  <a:srgbClr val="0000FF"/>
                </a:solidFill>
                <a:latin typeface="Times New Roman"/>
                <a:cs typeface="Times New Roman"/>
              </a:rPr>
              <a:t>y</a:t>
            </a:r>
            <a:r>
              <a:rPr dirty="0" sz="2300" spc="-320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-1821" sz="4575" spc="-75">
                <a:solidFill>
                  <a:srgbClr val="0000FF"/>
                </a:solidFill>
                <a:latin typeface="Symbol"/>
                <a:cs typeface="Symbol"/>
              </a:rPr>
              <a:t></a:t>
            </a:r>
            <a:endParaRPr baseline="-1821" sz="4575">
              <a:latin typeface="Symbol"/>
              <a:cs typeface="Symbo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300">
              <a:latin typeface="Symbol"/>
              <a:cs typeface="Symbol"/>
            </a:endParaRPr>
          </a:p>
          <a:p>
            <a:pPr marL="349885" indent="-286385">
              <a:lnSpc>
                <a:spcPct val="100000"/>
              </a:lnSpc>
              <a:buChar char="–"/>
              <a:tabLst>
                <a:tab pos="349885" algn="l"/>
              </a:tabLst>
            </a:pPr>
            <a:r>
              <a:rPr dirty="0" sz="2400" spc="-10">
                <a:latin typeface="Times New Roman"/>
                <a:cs typeface="Times New Roman"/>
              </a:rPr>
              <a:t>Algorithm: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69"/>
              </a:spcBef>
              <a:buFont typeface="Times New Roman"/>
              <a:buChar char="–"/>
            </a:pPr>
            <a:endParaRPr sz="2400">
              <a:latin typeface="Times New Roman"/>
              <a:cs typeface="Times New Roman"/>
            </a:endParaRPr>
          </a:p>
          <a:p>
            <a:pPr lvl="1" marL="720090" indent="-228600">
              <a:lnSpc>
                <a:spcPct val="100000"/>
              </a:lnSpc>
              <a:buChar char="•"/>
              <a:tabLst>
                <a:tab pos="720090" algn="l"/>
              </a:tabLst>
            </a:pPr>
            <a:r>
              <a:rPr dirty="0" sz="1800">
                <a:latin typeface="Times New Roman"/>
                <a:cs typeface="Times New Roman"/>
              </a:rPr>
              <a:t>Compute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Laplacian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of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Gaussian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filtered</a:t>
            </a:r>
            <a:endParaRPr sz="1800">
              <a:latin typeface="Times New Roman"/>
              <a:cs typeface="Times New Roman"/>
            </a:endParaRPr>
          </a:p>
          <a:p>
            <a:pPr lvl="1" marL="720090" indent="-228600">
              <a:lnSpc>
                <a:spcPct val="100000"/>
              </a:lnSpc>
              <a:spcBef>
                <a:spcPts val="505"/>
              </a:spcBef>
              <a:buChar char="•"/>
              <a:tabLst>
                <a:tab pos="720090" algn="l"/>
              </a:tabLst>
            </a:pPr>
            <a:r>
              <a:rPr dirty="0" sz="1800">
                <a:latin typeface="Times New Roman"/>
                <a:cs typeface="Times New Roman"/>
              </a:rPr>
              <a:t>Find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zero-crossing</a:t>
            </a:r>
            <a:endParaRPr sz="1800">
              <a:latin typeface="Times New Roman"/>
              <a:cs typeface="Times New Roman"/>
            </a:endParaRPr>
          </a:p>
          <a:p>
            <a:pPr lvl="2" marL="1177290" indent="-227965">
              <a:lnSpc>
                <a:spcPct val="100000"/>
              </a:lnSpc>
              <a:spcBef>
                <a:spcPts val="395"/>
              </a:spcBef>
              <a:buChar char="–"/>
              <a:tabLst>
                <a:tab pos="1177290" algn="l"/>
              </a:tabLst>
            </a:pPr>
            <a:r>
              <a:rPr dirty="0" sz="1800">
                <a:latin typeface="Times New Roman"/>
                <a:cs typeface="Times New Roman"/>
              </a:rPr>
              <a:t>Use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3×3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window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around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each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pixel</a:t>
            </a:r>
            <a:endParaRPr sz="1800">
              <a:latin typeface="Times New Roman"/>
              <a:cs typeface="Times New Roman"/>
            </a:endParaRPr>
          </a:p>
          <a:p>
            <a:pPr lvl="2" marL="1177925" marR="231140" indent="-228600">
              <a:lnSpc>
                <a:spcPct val="100000"/>
              </a:lnSpc>
              <a:spcBef>
                <a:spcPts val="400"/>
              </a:spcBef>
              <a:buChar char="–"/>
              <a:tabLst>
                <a:tab pos="1177925" algn="l"/>
              </a:tabLst>
            </a:pPr>
            <a:r>
              <a:rPr dirty="0" sz="1800">
                <a:latin typeface="Times New Roman"/>
                <a:cs typeface="Times New Roman"/>
              </a:rPr>
              <a:t>ZC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occurs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if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at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least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two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opposing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neighbors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has </a:t>
            </a:r>
            <a:r>
              <a:rPr dirty="0" sz="1800">
                <a:latin typeface="Times New Roman"/>
                <a:cs typeface="Times New Roman"/>
              </a:rPr>
              <a:t>different</a:t>
            </a:r>
            <a:r>
              <a:rPr dirty="0" sz="1800" spc="-114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signs.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5080"/>
              </a:lnSpc>
              <a:spcBef>
                <a:spcPts val="105"/>
              </a:spcBef>
            </a:pPr>
            <a:r>
              <a:rPr dirty="0" spc="-50"/>
              <a:t>Marr-</a:t>
            </a:r>
            <a:r>
              <a:rPr dirty="0"/>
              <a:t>Hildreth</a:t>
            </a:r>
            <a:r>
              <a:rPr dirty="0" spc="-80"/>
              <a:t> </a:t>
            </a:r>
            <a:r>
              <a:rPr dirty="0"/>
              <a:t>Edge</a:t>
            </a:r>
            <a:r>
              <a:rPr dirty="0" spc="-120"/>
              <a:t> </a:t>
            </a:r>
            <a:r>
              <a:rPr dirty="0" spc="-10"/>
              <a:t>Detector</a:t>
            </a:r>
          </a:p>
          <a:p>
            <a:pPr marL="12700">
              <a:lnSpc>
                <a:spcPts val="4120"/>
              </a:lnSpc>
            </a:pPr>
            <a:r>
              <a:rPr dirty="0" sz="3600"/>
              <a:t>LoG</a:t>
            </a:r>
            <a:r>
              <a:rPr dirty="0" sz="3600" spc="-100"/>
              <a:t> </a:t>
            </a:r>
            <a:r>
              <a:rPr dirty="0" sz="3600"/>
              <a:t>(Laplacian</a:t>
            </a:r>
            <a:r>
              <a:rPr dirty="0" sz="3600" spc="-70"/>
              <a:t> </a:t>
            </a:r>
            <a:r>
              <a:rPr dirty="0" sz="3600"/>
              <a:t>of</a:t>
            </a:r>
            <a:r>
              <a:rPr dirty="0" sz="3600" spc="-70"/>
              <a:t> </a:t>
            </a:r>
            <a:r>
              <a:rPr dirty="0" sz="3600"/>
              <a:t>Gaussian)</a:t>
            </a:r>
            <a:r>
              <a:rPr dirty="0" sz="3600" spc="-65"/>
              <a:t> </a:t>
            </a:r>
            <a:r>
              <a:rPr dirty="0" sz="3600" spc="-10"/>
              <a:t>Operator</a:t>
            </a:r>
            <a:endParaRPr sz="360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32292" y="1751857"/>
            <a:ext cx="1293786" cy="4311988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55748" y="1682495"/>
            <a:ext cx="5766815" cy="4346448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5080"/>
              </a:lnSpc>
              <a:spcBef>
                <a:spcPts val="105"/>
              </a:spcBef>
            </a:pPr>
            <a:r>
              <a:rPr dirty="0" spc="-50"/>
              <a:t>Marr-</a:t>
            </a:r>
            <a:r>
              <a:rPr dirty="0"/>
              <a:t>Hildreth</a:t>
            </a:r>
            <a:r>
              <a:rPr dirty="0" spc="-80"/>
              <a:t> </a:t>
            </a:r>
            <a:r>
              <a:rPr dirty="0"/>
              <a:t>Edge</a:t>
            </a:r>
            <a:r>
              <a:rPr dirty="0" spc="-120"/>
              <a:t> </a:t>
            </a:r>
            <a:r>
              <a:rPr dirty="0" spc="-10"/>
              <a:t>Detector</a:t>
            </a:r>
          </a:p>
          <a:p>
            <a:pPr marL="12700">
              <a:lnSpc>
                <a:spcPts val="4120"/>
              </a:lnSpc>
            </a:pPr>
            <a:r>
              <a:rPr dirty="0" sz="3600"/>
              <a:t>LoG</a:t>
            </a:r>
            <a:r>
              <a:rPr dirty="0" sz="3600" spc="-175"/>
              <a:t> </a:t>
            </a:r>
            <a:r>
              <a:rPr dirty="0" sz="3600"/>
              <a:t>=</a:t>
            </a:r>
            <a:r>
              <a:rPr dirty="0" sz="3600" spc="-170"/>
              <a:t> </a:t>
            </a:r>
            <a:r>
              <a:rPr dirty="0" sz="3600" spc="-75"/>
              <a:t>Difference</a:t>
            </a:r>
            <a:r>
              <a:rPr dirty="0" sz="3600" spc="-135"/>
              <a:t> </a:t>
            </a:r>
            <a:r>
              <a:rPr dirty="0" sz="3600"/>
              <a:t>of</a:t>
            </a:r>
            <a:r>
              <a:rPr dirty="0" sz="3600" spc="-160"/>
              <a:t> </a:t>
            </a:r>
            <a:r>
              <a:rPr dirty="0" sz="3600"/>
              <a:t>Gaussian</a:t>
            </a:r>
            <a:r>
              <a:rPr dirty="0" sz="3600" spc="-50"/>
              <a:t> </a:t>
            </a:r>
            <a:r>
              <a:rPr dirty="0" sz="3600" spc="-10"/>
              <a:t>(DoG)</a:t>
            </a:r>
            <a:endParaRPr sz="3600"/>
          </a:p>
        </p:txBody>
      </p:sp>
      <p:sp>
        <p:nvSpPr>
          <p:cNvPr id="3" name="object 3" descr=""/>
          <p:cNvSpPr txBox="1"/>
          <p:nvPr/>
        </p:nvSpPr>
        <p:spPr>
          <a:xfrm>
            <a:off x="1961769" y="1903036"/>
            <a:ext cx="4218305" cy="895350"/>
          </a:xfrm>
          <a:prstGeom prst="rect">
            <a:avLst/>
          </a:prstGeom>
        </p:spPr>
        <p:txBody>
          <a:bodyPr wrap="square" lIns="0" tIns="8191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45"/>
              </a:spcBef>
              <a:buChar char="•"/>
              <a:tabLst>
                <a:tab pos="354965" algn="l"/>
              </a:tabLst>
            </a:pPr>
            <a:r>
              <a:rPr dirty="0" sz="2400">
                <a:latin typeface="Times New Roman"/>
                <a:cs typeface="Times New Roman"/>
              </a:rPr>
              <a:t>LoG</a:t>
            </a:r>
            <a:r>
              <a:rPr dirty="0" sz="2400" spc="-1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Approximation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with</a:t>
            </a:r>
            <a:r>
              <a:rPr dirty="0" sz="2400" spc="-20">
                <a:latin typeface="Times New Roman"/>
                <a:cs typeface="Times New Roman"/>
              </a:rPr>
              <a:t> DoG:</a:t>
            </a:r>
            <a:endParaRPr sz="24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540"/>
              </a:spcBef>
              <a:tabLst>
                <a:tab pos="756285" algn="l"/>
              </a:tabLst>
            </a:pPr>
            <a:r>
              <a:rPr dirty="0" sz="2400" spc="-50">
                <a:latin typeface="Calibri"/>
                <a:cs typeface="Calibri"/>
              </a:rPr>
              <a:t>–</a:t>
            </a:r>
            <a:r>
              <a:rPr dirty="0" sz="2400">
                <a:latin typeface="Calibri"/>
                <a:cs typeface="Calibri"/>
              </a:rPr>
              <a:t>	</a:t>
            </a:r>
            <a:r>
              <a:rPr dirty="0" sz="1800">
                <a:latin typeface="Times New Roman"/>
                <a:cs typeface="Times New Roman"/>
              </a:rPr>
              <a:t>DoG:</a:t>
            </a:r>
            <a:r>
              <a:rPr dirty="0" sz="1800" spc="-10">
                <a:latin typeface="Times New Roman"/>
                <a:cs typeface="Times New Roman"/>
              </a:rPr>
              <a:t> Difference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of</a:t>
            </a:r>
            <a:r>
              <a:rPr dirty="0" sz="1800" spc="-10">
                <a:latin typeface="Times New Roman"/>
                <a:cs typeface="Times New Roman"/>
              </a:rPr>
              <a:t> Gaussian: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419350" y="3725036"/>
            <a:ext cx="5212080" cy="72644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700"/>
              </a:spcBef>
              <a:buChar char="–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Ratio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of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1.6:1,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engineering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approximation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of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LoG.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600"/>
              </a:spcBef>
              <a:buChar char="–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For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same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zero-crossing: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819526" y="3028569"/>
            <a:ext cx="1288415" cy="41338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950">
                <a:solidFill>
                  <a:srgbClr val="0000FF"/>
                </a:solidFill>
                <a:latin typeface="Times New Roman"/>
                <a:cs typeface="Times New Roman"/>
              </a:rPr>
              <a:t>DoG</a:t>
            </a:r>
            <a:r>
              <a:rPr dirty="0" sz="1950" spc="-229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-2178" sz="3825">
                <a:solidFill>
                  <a:srgbClr val="0000FF"/>
                </a:solidFill>
                <a:latin typeface="Symbol"/>
                <a:cs typeface="Symbol"/>
              </a:rPr>
              <a:t></a:t>
            </a:r>
            <a:r>
              <a:rPr dirty="0" sz="1950" i="1">
                <a:solidFill>
                  <a:srgbClr val="0000FF"/>
                </a:solidFill>
                <a:latin typeface="Times New Roman"/>
                <a:cs typeface="Times New Roman"/>
              </a:rPr>
              <a:t>x</a:t>
            </a:r>
            <a:r>
              <a:rPr dirty="0" sz="1950">
                <a:solidFill>
                  <a:srgbClr val="0000FF"/>
                </a:solidFill>
                <a:latin typeface="Times New Roman"/>
                <a:cs typeface="Times New Roman"/>
              </a:rPr>
              <a:t>,</a:t>
            </a:r>
            <a:r>
              <a:rPr dirty="0" sz="1950" spc="-3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1950" i="1">
                <a:solidFill>
                  <a:srgbClr val="0000FF"/>
                </a:solidFill>
                <a:latin typeface="Times New Roman"/>
                <a:cs typeface="Times New Roman"/>
              </a:rPr>
              <a:t>y</a:t>
            </a:r>
            <a:r>
              <a:rPr dirty="0" sz="1950" spc="-310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-2178" sz="3825" spc="120">
                <a:solidFill>
                  <a:srgbClr val="0000FF"/>
                </a:solidFill>
                <a:latin typeface="Symbol"/>
                <a:cs typeface="Symbol"/>
              </a:rPr>
              <a:t></a:t>
            </a:r>
            <a:r>
              <a:rPr dirty="0" sz="1950" spc="80">
                <a:solidFill>
                  <a:srgbClr val="0000FF"/>
                </a:solidFill>
                <a:latin typeface="Symbol"/>
                <a:cs typeface="Symbol"/>
              </a:rPr>
              <a:t></a:t>
            </a:r>
            <a:endParaRPr sz="1950">
              <a:latin typeface="Symbol"/>
              <a:cs typeface="Symbol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4163567" y="3311652"/>
            <a:ext cx="565150" cy="0"/>
          </a:xfrm>
          <a:custGeom>
            <a:avLst/>
            <a:gdLst/>
            <a:ahLst/>
            <a:cxnLst/>
            <a:rect l="l" t="t" r="r" b="b"/>
            <a:pathLst>
              <a:path w="565150" h="0">
                <a:moveTo>
                  <a:pt x="0" y="0"/>
                </a:moveTo>
                <a:lnTo>
                  <a:pt x="565150" y="0"/>
                </a:lnTo>
              </a:path>
            </a:pathLst>
          </a:custGeom>
          <a:ln w="1232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5457444" y="3311652"/>
            <a:ext cx="728980" cy="0"/>
          </a:xfrm>
          <a:custGeom>
            <a:avLst/>
            <a:gdLst/>
            <a:ahLst/>
            <a:cxnLst/>
            <a:rect l="l" t="t" r="r" b="b"/>
            <a:pathLst>
              <a:path w="728979" h="0">
                <a:moveTo>
                  <a:pt x="0" y="0"/>
                </a:moveTo>
                <a:lnTo>
                  <a:pt x="728471" y="0"/>
                </a:lnTo>
              </a:path>
            </a:pathLst>
          </a:custGeom>
          <a:ln w="1232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6541007" y="3311652"/>
            <a:ext cx="565150" cy="0"/>
          </a:xfrm>
          <a:custGeom>
            <a:avLst/>
            <a:gdLst/>
            <a:ahLst/>
            <a:cxnLst/>
            <a:rect l="l" t="t" r="r" b="b"/>
            <a:pathLst>
              <a:path w="565150" h="0">
                <a:moveTo>
                  <a:pt x="0" y="0"/>
                </a:moveTo>
                <a:lnTo>
                  <a:pt x="565150" y="0"/>
                </a:lnTo>
              </a:path>
            </a:pathLst>
          </a:custGeom>
          <a:ln w="1232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7834883" y="3311652"/>
            <a:ext cx="730250" cy="0"/>
          </a:xfrm>
          <a:custGeom>
            <a:avLst/>
            <a:gdLst/>
            <a:ahLst/>
            <a:cxnLst/>
            <a:rect l="l" t="t" r="r" b="b"/>
            <a:pathLst>
              <a:path w="730250" h="0">
                <a:moveTo>
                  <a:pt x="0" y="0"/>
                </a:moveTo>
                <a:lnTo>
                  <a:pt x="729996" y="0"/>
                </a:lnTo>
              </a:path>
            </a:pathLst>
          </a:custGeom>
          <a:ln w="1232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9181845" y="3105404"/>
            <a:ext cx="83185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50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9689083" y="3105404"/>
            <a:ext cx="114300" cy="3695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1115">
              <a:lnSpc>
                <a:spcPct val="100000"/>
              </a:lnSpc>
              <a:spcBef>
                <a:spcPts val="105"/>
              </a:spcBef>
            </a:pPr>
            <a:r>
              <a:rPr dirty="0" sz="1100" spc="-50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1100" spc="-50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9147429" y="3281298"/>
            <a:ext cx="95885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50">
                <a:solidFill>
                  <a:srgbClr val="0000FF"/>
                </a:solidFill>
                <a:latin typeface="Times New Roman"/>
                <a:cs typeface="Times New Roman"/>
              </a:rPr>
              <a:t>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5915914" y="3300221"/>
            <a:ext cx="95885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50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446776" y="2836291"/>
            <a:ext cx="259079" cy="3238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baseline="-21367" sz="2925" spc="-37" i="1">
                <a:solidFill>
                  <a:srgbClr val="0000FF"/>
                </a:solidFill>
                <a:latin typeface="Times New Roman"/>
                <a:cs typeface="Times New Roman"/>
              </a:rPr>
              <a:t>x</a:t>
            </a:r>
            <a:r>
              <a:rPr dirty="0" sz="1100" spc="-25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7824851" y="2836291"/>
            <a:ext cx="259079" cy="3238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baseline="-21367" sz="2925" spc="-37" i="1">
                <a:solidFill>
                  <a:srgbClr val="0000FF"/>
                </a:solidFill>
                <a:latin typeface="Times New Roman"/>
                <a:cs typeface="Times New Roman"/>
              </a:rPr>
              <a:t>x</a:t>
            </a:r>
            <a:r>
              <a:rPr dirty="0" sz="1100" spc="-25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4166742" y="3275967"/>
            <a:ext cx="374650" cy="3556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950" spc="-225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r>
              <a:rPr dirty="0" sz="2150" spc="-225">
                <a:solidFill>
                  <a:srgbClr val="0000FF"/>
                </a:solidFill>
                <a:latin typeface="Symbol"/>
                <a:cs typeface="Symbol"/>
              </a:rPr>
              <a:t></a:t>
            </a:r>
            <a:endParaRPr sz="2150">
              <a:latin typeface="Symbol"/>
              <a:cs typeface="Symbol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4476115" y="3460750"/>
            <a:ext cx="95885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50">
                <a:solidFill>
                  <a:srgbClr val="0000FF"/>
                </a:solidFill>
                <a:latin typeface="Times New Roman"/>
                <a:cs typeface="Times New Roman"/>
              </a:rPr>
              <a:t>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5610605" y="3274443"/>
            <a:ext cx="1264285" cy="3556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946785" algn="l"/>
              </a:tabLst>
            </a:pPr>
            <a:r>
              <a:rPr dirty="0" sz="1950" spc="-25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r>
              <a:rPr dirty="0" sz="2150" spc="-25">
                <a:solidFill>
                  <a:srgbClr val="0000FF"/>
                </a:solidFill>
                <a:latin typeface="Symbol"/>
                <a:cs typeface="Symbol"/>
              </a:rPr>
              <a:t></a:t>
            </a:r>
            <a:r>
              <a:rPr dirty="0" sz="215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dirty="0" sz="1950" spc="-490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r>
              <a:rPr dirty="0" sz="2150" spc="-490">
                <a:solidFill>
                  <a:srgbClr val="0000FF"/>
                </a:solidFill>
                <a:latin typeface="Symbol"/>
                <a:cs typeface="Symbol"/>
              </a:rPr>
              <a:t></a:t>
            </a:r>
            <a:endParaRPr sz="2150">
              <a:latin typeface="Symbol"/>
              <a:cs typeface="Symbol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6808723" y="3459226"/>
            <a:ext cx="95885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50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4370323" y="2947797"/>
            <a:ext cx="890269" cy="3238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81685" algn="l"/>
              </a:tabLst>
            </a:pPr>
            <a:r>
              <a:rPr dirty="0" sz="1950" spc="-50">
                <a:solidFill>
                  <a:srgbClr val="0000FF"/>
                </a:solidFill>
                <a:latin typeface="Times New Roman"/>
                <a:cs typeface="Times New Roman"/>
              </a:rPr>
              <a:t>1</a:t>
            </a:r>
            <a:r>
              <a:rPr dirty="0" sz="195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dirty="0" baseline="2849" sz="2925" spc="-75">
                <a:solidFill>
                  <a:srgbClr val="0000FF"/>
                </a:solidFill>
                <a:latin typeface="Symbol"/>
                <a:cs typeface="Symbol"/>
              </a:rPr>
              <a:t></a:t>
            </a:r>
            <a:endParaRPr baseline="2849" sz="2925">
              <a:latin typeface="Symbol"/>
              <a:cs typeface="Symbol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7988045" y="3275967"/>
            <a:ext cx="255904" cy="3556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950" spc="-204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r>
              <a:rPr dirty="0" sz="2150" spc="-204">
                <a:solidFill>
                  <a:srgbClr val="0000FF"/>
                </a:solidFill>
                <a:latin typeface="Symbol"/>
                <a:cs typeface="Symbol"/>
              </a:rPr>
              <a:t></a:t>
            </a:r>
            <a:endParaRPr sz="2150">
              <a:latin typeface="Symbol"/>
              <a:cs typeface="Symbol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7517638" y="2936240"/>
            <a:ext cx="121285" cy="3238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950" spc="-50">
                <a:solidFill>
                  <a:srgbClr val="0000FF"/>
                </a:solidFill>
                <a:latin typeface="Symbol"/>
                <a:cs typeface="Symbol"/>
              </a:rPr>
              <a:t></a:t>
            </a:r>
            <a:endParaRPr sz="1950">
              <a:latin typeface="Symbol"/>
              <a:cs typeface="Symbol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5694934" y="2949016"/>
            <a:ext cx="1229995" cy="3244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05"/>
              </a:spcBef>
              <a:tabLst>
                <a:tab pos="1066800" algn="l"/>
              </a:tabLst>
            </a:pPr>
            <a:r>
              <a:rPr dirty="0" sz="1950">
                <a:solidFill>
                  <a:srgbClr val="0000FF"/>
                </a:solidFill>
                <a:latin typeface="Symbol"/>
                <a:cs typeface="Symbol"/>
              </a:rPr>
              <a:t></a:t>
            </a:r>
            <a:r>
              <a:rPr dirty="0" sz="1950" spc="6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1950" i="1">
                <a:solidFill>
                  <a:srgbClr val="0000FF"/>
                </a:solidFill>
                <a:latin typeface="Times New Roman"/>
                <a:cs typeface="Times New Roman"/>
              </a:rPr>
              <a:t>y</a:t>
            </a:r>
            <a:r>
              <a:rPr dirty="0" baseline="37878" sz="1650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r>
              <a:rPr dirty="0" baseline="37878" sz="1650" spc="547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2849" sz="2925" spc="-75">
                <a:solidFill>
                  <a:srgbClr val="0000FF"/>
                </a:solidFill>
                <a:latin typeface="Symbol"/>
                <a:cs typeface="Symbol"/>
              </a:rPr>
              <a:t></a:t>
            </a:r>
            <a:r>
              <a:rPr dirty="0" baseline="2849" sz="2925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dirty="0" sz="1950" spc="-50">
                <a:solidFill>
                  <a:srgbClr val="0000FF"/>
                </a:solidFill>
                <a:latin typeface="Times New Roman"/>
                <a:cs typeface="Times New Roman"/>
              </a:rPr>
              <a:t>1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8086597" y="2949016"/>
            <a:ext cx="642620" cy="3244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1950">
                <a:solidFill>
                  <a:srgbClr val="0000FF"/>
                </a:solidFill>
                <a:latin typeface="Symbol"/>
                <a:cs typeface="Symbol"/>
              </a:rPr>
              <a:t></a:t>
            </a:r>
            <a:r>
              <a:rPr dirty="0" sz="1950" spc="6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1950" i="1">
                <a:solidFill>
                  <a:srgbClr val="0000FF"/>
                </a:solidFill>
                <a:latin typeface="Times New Roman"/>
                <a:cs typeface="Times New Roman"/>
              </a:rPr>
              <a:t>y</a:t>
            </a:r>
            <a:r>
              <a:rPr dirty="0" baseline="37878" sz="1650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r>
              <a:rPr dirty="0" baseline="37878" sz="1650" spc="547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2849" sz="2925" spc="-75">
                <a:solidFill>
                  <a:srgbClr val="0000FF"/>
                </a:solidFill>
                <a:latin typeface="Symbol"/>
                <a:cs typeface="Symbol"/>
              </a:rPr>
              <a:t></a:t>
            </a:r>
            <a:endParaRPr baseline="2849" sz="2925">
              <a:latin typeface="Symbol"/>
              <a:cs typeface="Symbol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4608321" y="3281933"/>
            <a:ext cx="95885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50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4727702" y="3106673"/>
            <a:ext cx="725170" cy="3238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1950">
                <a:solidFill>
                  <a:srgbClr val="0000FF"/>
                </a:solidFill>
                <a:latin typeface="Times New Roman"/>
                <a:cs typeface="Times New Roman"/>
              </a:rPr>
              <a:t>exp</a:t>
            </a:r>
            <a:r>
              <a:rPr dirty="0" baseline="-9971" sz="2925">
                <a:solidFill>
                  <a:srgbClr val="0000FF"/>
                </a:solidFill>
                <a:latin typeface="Symbol"/>
                <a:cs typeface="Symbol"/>
              </a:rPr>
              <a:t></a:t>
            </a:r>
            <a:r>
              <a:rPr dirty="0" baseline="-9971" sz="2925" spc="-6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1950" spc="-50">
                <a:solidFill>
                  <a:srgbClr val="0000FF"/>
                </a:solidFill>
                <a:latin typeface="Symbol"/>
                <a:cs typeface="Symbol"/>
              </a:rPr>
              <a:t></a:t>
            </a:r>
            <a:endParaRPr sz="1950">
              <a:latin typeface="Symbol"/>
              <a:cs typeface="Symbol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6184138" y="3106673"/>
            <a:ext cx="348615" cy="3238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baseline="-9971" sz="2925">
                <a:solidFill>
                  <a:srgbClr val="0000FF"/>
                </a:solidFill>
                <a:latin typeface="Symbol"/>
                <a:cs typeface="Symbol"/>
              </a:rPr>
              <a:t></a:t>
            </a:r>
            <a:r>
              <a:rPr dirty="0" baseline="-9971" sz="2925" spc="-262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1950" spc="-50">
                <a:solidFill>
                  <a:srgbClr val="0000FF"/>
                </a:solidFill>
                <a:latin typeface="Symbol"/>
                <a:cs typeface="Symbol"/>
              </a:rPr>
              <a:t></a:t>
            </a:r>
            <a:endParaRPr sz="1950">
              <a:latin typeface="Symbol"/>
              <a:cs typeface="Symbol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6987031" y="3281933"/>
            <a:ext cx="95885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50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7106411" y="3106673"/>
            <a:ext cx="725170" cy="3238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1950">
                <a:solidFill>
                  <a:srgbClr val="0000FF"/>
                </a:solidFill>
                <a:latin typeface="Times New Roman"/>
                <a:cs typeface="Times New Roman"/>
              </a:rPr>
              <a:t>exp</a:t>
            </a:r>
            <a:r>
              <a:rPr dirty="0" baseline="-9971" sz="2925">
                <a:solidFill>
                  <a:srgbClr val="0000FF"/>
                </a:solidFill>
                <a:latin typeface="Symbol"/>
                <a:cs typeface="Symbol"/>
              </a:rPr>
              <a:t></a:t>
            </a:r>
            <a:r>
              <a:rPr dirty="0" baseline="-9971" sz="2925" spc="-6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1950" spc="-50">
                <a:solidFill>
                  <a:srgbClr val="0000FF"/>
                </a:solidFill>
                <a:latin typeface="Symbol"/>
                <a:cs typeface="Symbol"/>
              </a:rPr>
              <a:t></a:t>
            </a:r>
            <a:endParaRPr sz="1950">
              <a:latin typeface="Symbol"/>
              <a:cs typeface="Symbol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8549385" y="3079753"/>
            <a:ext cx="1048385" cy="3556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10"/>
              </a:spcBef>
              <a:tabLst>
                <a:tab pos="429895" algn="l"/>
              </a:tabLst>
            </a:pPr>
            <a:r>
              <a:rPr dirty="0" baseline="-9971" sz="2925">
                <a:solidFill>
                  <a:srgbClr val="0000FF"/>
                </a:solidFill>
                <a:latin typeface="Symbol"/>
                <a:cs typeface="Symbol"/>
              </a:rPr>
              <a:t></a:t>
            </a:r>
            <a:r>
              <a:rPr dirty="0" baseline="-9971" sz="2925" spc="-442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1950" spc="-50">
                <a:solidFill>
                  <a:srgbClr val="0000FF"/>
                </a:solidFill>
                <a:latin typeface="Times New Roman"/>
                <a:cs typeface="Times New Roman"/>
              </a:rPr>
              <a:t>,</a:t>
            </a:r>
            <a:r>
              <a:rPr dirty="0" sz="195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dirty="0" sz="2150">
                <a:solidFill>
                  <a:srgbClr val="0000FF"/>
                </a:solidFill>
                <a:latin typeface="Symbol"/>
                <a:cs typeface="Symbol"/>
              </a:rPr>
              <a:t></a:t>
            </a:r>
            <a:r>
              <a:rPr dirty="0" sz="2150" spc="24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1950" spc="-25">
                <a:solidFill>
                  <a:srgbClr val="0000FF"/>
                </a:solidFill>
                <a:latin typeface="Symbol"/>
                <a:cs typeface="Symbol"/>
              </a:rPr>
              <a:t></a:t>
            </a:r>
            <a:r>
              <a:rPr dirty="0" sz="2150" spc="-25">
                <a:solidFill>
                  <a:srgbClr val="0000FF"/>
                </a:solidFill>
                <a:latin typeface="Symbol"/>
                <a:cs typeface="Symbol"/>
              </a:rPr>
              <a:t></a:t>
            </a:r>
            <a:endParaRPr sz="2150">
              <a:latin typeface="Symbol"/>
              <a:cs typeface="Symbol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8274811" y="3300221"/>
            <a:ext cx="433705" cy="3892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1750">
              <a:lnSpc>
                <a:spcPts val="919"/>
              </a:lnSpc>
              <a:spcBef>
                <a:spcPts val="105"/>
              </a:spcBef>
            </a:pPr>
            <a:r>
              <a:rPr dirty="0" sz="1100" spc="-50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939"/>
              </a:lnSpc>
              <a:tabLst>
                <a:tab pos="324485" algn="l"/>
              </a:tabLst>
            </a:pPr>
            <a:r>
              <a:rPr dirty="0" sz="1100" spc="-50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r>
              <a:rPr dirty="0" sz="110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dirty="0" sz="1950" spc="-60">
                <a:solidFill>
                  <a:srgbClr val="0000FF"/>
                </a:solidFill>
                <a:latin typeface="Symbol"/>
                <a:cs typeface="Symbol"/>
              </a:rPr>
              <a:t></a:t>
            </a:r>
            <a:endParaRPr sz="1950">
              <a:latin typeface="Symbol"/>
              <a:cs typeface="Symbol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5139690" y="3365753"/>
            <a:ext cx="2498725" cy="3238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54380" algn="l"/>
                <a:tab pos="1082040" algn="l"/>
                <a:tab pos="2390140" algn="l"/>
              </a:tabLst>
            </a:pPr>
            <a:r>
              <a:rPr dirty="0" sz="1950" spc="-50">
                <a:solidFill>
                  <a:srgbClr val="0000FF"/>
                </a:solidFill>
                <a:latin typeface="Symbol"/>
                <a:cs typeface="Symbol"/>
              </a:rPr>
              <a:t></a:t>
            </a:r>
            <a:r>
              <a:rPr dirty="0" sz="195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dirty="0" sz="1100" spc="-50">
                <a:solidFill>
                  <a:srgbClr val="0000FF"/>
                </a:solidFill>
                <a:latin typeface="Times New Roman"/>
                <a:cs typeface="Times New Roman"/>
              </a:rPr>
              <a:t>1</a:t>
            </a:r>
            <a:r>
              <a:rPr dirty="0" sz="110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dirty="0" sz="1950" spc="-50">
                <a:solidFill>
                  <a:srgbClr val="0000FF"/>
                </a:solidFill>
                <a:latin typeface="Symbol"/>
                <a:cs typeface="Symbol"/>
              </a:rPr>
              <a:t></a:t>
            </a:r>
            <a:r>
              <a:rPr dirty="0" sz="195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dirty="0" sz="1950" spc="-50">
                <a:solidFill>
                  <a:srgbClr val="0000FF"/>
                </a:solidFill>
                <a:latin typeface="Symbol"/>
                <a:cs typeface="Symbol"/>
              </a:rPr>
              <a:t></a:t>
            </a:r>
            <a:endParaRPr sz="1950">
              <a:latin typeface="Symbol"/>
              <a:cs typeface="Symbol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6174104" y="4776977"/>
            <a:ext cx="9588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0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5251450" y="4934458"/>
            <a:ext cx="9588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0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5762371" y="5305171"/>
            <a:ext cx="9588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0">
                <a:solidFill>
                  <a:srgbClr val="0000FF"/>
                </a:solidFill>
                <a:latin typeface="Times New Roman"/>
                <a:cs typeface="Times New Roman"/>
              </a:rPr>
              <a:t>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5582792" y="5087749"/>
            <a:ext cx="182880" cy="3556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150" spc="-50">
                <a:solidFill>
                  <a:srgbClr val="0000FF"/>
                </a:solidFill>
                <a:latin typeface="Symbol"/>
                <a:cs typeface="Symbol"/>
              </a:rPr>
              <a:t></a:t>
            </a:r>
            <a:endParaRPr sz="2150">
              <a:latin typeface="Symbol"/>
              <a:cs typeface="Symbol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5736716" y="5129276"/>
            <a:ext cx="9588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0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6763004" y="5087749"/>
            <a:ext cx="182880" cy="3556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150" spc="-50">
                <a:solidFill>
                  <a:srgbClr val="0000FF"/>
                </a:solidFill>
                <a:latin typeface="Symbol"/>
                <a:cs typeface="Symbol"/>
              </a:rPr>
              <a:t></a:t>
            </a:r>
            <a:endParaRPr sz="2150">
              <a:latin typeface="Symbol"/>
              <a:cs typeface="Symbol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6916928" y="5129276"/>
            <a:ext cx="9588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0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5660897" y="4753993"/>
            <a:ext cx="1431925" cy="3556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10"/>
              </a:spcBef>
              <a:tabLst>
                <a:tab pos="1026794" algn="l"/>
              </a:tabLst>
            </a:pPr>
            <a:r>
              <a:rPr dirty="0" sz="2150" spc="-335">
                <a:solidFill>
                  <a:srgbClr val="0000FF"/>
                </a:solidFill>
                <a:latin typeface="Symbol"/>
                <a:cs typeface="Symbol"/>
              </a:rPr>
              <a:t></a:t>
            </a:r>
            <a:r>
              <a:rPr dirty="0" baseline="45454" sz="1650" spc="-502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r>
              <a:rPr dirty="0" baseline="45454" sz="165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dirty="0" baseline="2849" sz="2925" spc="-120">
                <a:solidFill>
                  <a:srgbClr val="0000FF"/>
                </a:solidFill>
                <a:latin typeface="Symbol"/>
                <a:cs typeface="Symbol"/>
              </a:rPr>
              <a:t></a:t>
            </a:r>
            <a:r>
              <a:rPr dirty="0" baseline="1291" sz="3225" spc="-120">
                <a:solidFill>
                  <a:srgbClr val="0000FF"/>
                </a:solidFill>
                <a:latin typeface="Symbol"/>
                <a:cs typeface="Symbol"/>
              </a:rPr>
              <a:t></a:t>
            </a:r>
            <a:r>
              <a:rPr dirty="0" baseline="1291" sz="3225" spc="-322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37878" sz="1650" spc="-75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endParaRPr baseline="37878" sz="1650">
              <a:latin typeface="Times New Roman"/>
              <a:cs typeface="Times New Roman"/>
            </a:endParaRPr>
          </a:p>
        </p:txBody>
      </p:sp>
      <p:sp>
        <p:nvSpPr>
          <p:cNvPr id="41" name="object 41" descr=""/>
          <p:cNvSpPr txBox="1"/>
          <p:nvPr/>
        </p:nvSpPr>
        <p:spPr>
          <a:xfrm>
            <a:off x="7132701" y="4764785"/>
            <a:ext cx="121285" cy="3238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950" spc="-50">
                <a:solidFill>
                  <a:srgbClr val="0000FF"/>
                </a:solidFill>
                <a:latin typeface="Symbol"/>
                <a:cs typeface="Symbol"/>
              </a:rPr>
              <a:t></a:t>
            </a:r>
            <a:endParaRPr sz="1950">
              <a:latin typeface="Symbol"/>
              <a:cs typeface="Symbol"/>
            </a:endParaRPr>
          </a:p>
        </p:txBody>
      </p:sp>
      <p:sp>
        <p:nvSpPr>
          <p:cNvPr id="42" name="object 42" descr=""/>
          <p:cNvSpPr txBox="1"/>
          <p:nvPr/>
        </p:nvSpPr>
        <p:spPr>
          <a:xfrm>
            <a:off x="5036946" y="4908806"/>
            <a:ext cx="427355" cy="3556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150">
                <a:solidFill>
                  <a:srgbClr val="0000FF"/>
                </a:solidFill>
                <a:latin typeface="Symbol"/>
                <a:cs typeface="Symbol"/>
              </a:rPr>
              <a:t></a:t>
            </a:r>
            <a:r>
              <a:rPr dirty="0" sz="2150" spc="24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1950" spc="-50">
                <a:solidFill>
                  <a:srgbClr val="0000FF"/>
                </a:solidFill>
                <a:latin typeface="Symbol"/>
                <a:cs typeface="Symbol"/>
              </a:rPr>
              <a:t></a:t>
            </a:r>
            <a:endParaRPr sz="1950">
              <a:latin typeface="Symbol"/>
              <a:cs typeface="Symbol"/>
            </a:endParaRPr>
          </a:p>
        </p:txBody>
      </p:sp>
      <p:sp>
        <p:nvSpPr>
          <p:cNvPr id="43" name="object 43" descr=""/>
          <p:cNvSpPr/>
          <p:nvPr/>
        </p:nvSpPr>
        <p:spPr>
          <a:xfrm>
            <a:off x="5600953" y="5140197"/>
            <a:ext cx="551815" cy="6350"/>
          </a:xfrm>
          <a:custGeom>
            <a:avLst/>
            <a:gdLst/>
            <a:ahLst/>
            <a:cxnLst/>
            <a:rect l="l" t="t" r="r" b="b"/>
            <a:pathLst>
              <a:path w="551814" h="6350">
                <a:moveTo>
                  <a:pt x="551688" y="0"/>
                </a:moveTo>
                <a:lnTo>
                  <a:pt x="0" y="0"/>
                </a:lnTo>
                <a:lnTo>
                  <a:pt x="0" y="6095"/>
                </a:lnTo>
                <a:lnTo>
                  <a:pt x="551688" y="6095"/>
                </a:lnTo>
                <a:lnTo>
                  <a:pt x="551688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 descr=""/>
          <p:cNvSpPr txBox="1"/>
          <p:nvPr/>
        </p:nvSpPr>
        <p:spPr>
          <a:xfrm>
            <a:off x="5863209" y="4973192"/>
            <a:ext cx="18732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0000FF"/>
                </a:solidFill>
                <a:latin typeface="Times New Roman"/>
                <a:cs typeface="Times New Roman"/>
              </a:rPr>
              <a:t>1</a:t>
            </a:r>
            <a:r>
              <a:rPr dirty="0" sz="1100" spc="-11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1100" spc="-50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5" name="object 45" descr=""/>
          <p:cNvSpPr txBox="1"/>
          <p:nvPr/>
        </p:nvSpPr>
        <p:spPr>
          <a:xfrm>
            <a:off x="6181725" y="4941189"/>
            <a:ext cx="212090" cy="3238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950" spc="-25">
                <a:solidFill>
                  <a:srgbClr val="0000FF"/>
                </a:solidFill>
                <a:latin typeface="Times New Roman"/>
                <a:cs typeface="Times New Roman"/>
              </a:rPr>
              <a:t>ln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46" name="object 46" descr=""/>
          <p:cNvSpPr txBox="1"/>
          <p:nvPr/>
        </p:nvSpPr>
        <p:spPr>
          <a:xfrm>
            <a:off x="6654545" y="4997272"/>
            <a:ext cx="121285" cy="3244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950" spc="-50">
                <a:solidFill>
                  <a:srgbClr val="0000FF"/>
                </a:solidFill>
                <a:latin typeface="Symbol"/>
                <a:cs typeface="Symbol"/>
              </a:rPr>
              <a:t></a:t>
            </a:r>
            <a:endParaRPr sz="1950">
              <a:latin typeface="Symbol"/>
              <a:cs typeface="Symbol"/>
            </a:endParaRPr>
          </a:p>
        </p:txBody>
      </p:sp>
      <p:sp>
        <p:nvSpPr>
          <p:cNvPr id="47" name="object 47" descr=""/>
          <p:cNvSpPr/>
          <p:nvPr/>
        </p:nvSpPr>
        <p:spPr>
          <a:xfrm>
            <a:off x="6777481" y="5140197"/>
            <a:ext cx="304800" cy="6350"/>
          </a:xfrm>
          <a:custGeom>
            <a:avLst/>
            <a:gdLst/>
            <a:ahLst/>
            <a:cxnLst/>
            <a:rect l="l" t="t" r="r" b="b"/>
            <a:pathLst>
              <a:path w="304800" h="6350">
                <a:moveTo>
                  <a:pt x="304800" y="0"/>
                </a:moveTo>
                <a:lnTo>
                  <a:pt x="0" y="0"/>
                </a:lnTo>
                <a:lnTo>
                  <a:pt x="0" y="6096"/>
                </a:lnTo>
                <a:lnTo>
                  <a:pt x="304800" y="6096"/>
                </a:lnTo>
                <a:lnTo>
                  <a:pt x="30480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 descr=""/>
          <p:cNvSpPr txBox="1"/>
          <p:nvPr/>
        </p:nvSpPr>
        <p:spPr>
          <a:xfrm>
            <a:off x="6928866" y="4973192"/>
            <a:ext cx="9588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0">
                <a:solidFill>
                  <a:srgbClr val="0000FF"/>
                </a:solidFill>
                <a:latin typeface="Times New Roman"/>
                <a:cs typeface="Times New Roman"/>
              </a:rPr>
              <a:t>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2" name="object 5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  <p:sp>
        <p:nvSpPr>
          <p:cNvPr id="49" name="object 49" descr=""/>
          <p:cNvSpPr txBox="1"/>
          <p:nvPr/>
        </p:nvSpPr>
        <p:spPr>
          <a:xfrm>
            <a:off x="7091933" y="4997272"/>
            <a:ext cx="121285" cy="3244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950" spc="-50">
                <a:solidFill>
                  <a:srgbClr val="0000FF"/>
                </a:solidFill>
                <a:latin typeface="Symbol"/>
                <a:cs typeface="Symbol"/>
              </a:rPr>
              <a:t></a:t>
            </a:r>
            <a:endParaRPr sz="1950">
              <a:latin typeface="Symbol"/>
              <a:cs typeface="Symbol"/>
            </a:endParaRPr>
          </a:p>
        </p:txBody>
      </p:sp>
      <p:sp>
        <p:nvSpPr>
          <p:cNvPr id="50" name="object 50" descr=""/>
          <p:cNvSpPr txBox="1"/>
          <p:nvPr/>
        </p:nvSpPr>
        <p:spPr>
          <a:xfrm>
            <a:off x="5936107" y="5106291"/>
            <a:ext cx="302895" cy="3556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950" spc="-70">
                <a:solidFill>
                  <a:srgbClr val="0000FF"/>
                </a:solidFill>
                <a:latin typeface="Symbol"/>
                <a:cs typeface="Symbol"/>
              </a:rPr>
              <a:t></a:t>
            </a:r>
            <a:r>
              <a:rPr dirty="0" sz="2150" spc="-70">
                <a:solidFill>
                  <a:srgbClr val="0000FF"/>
                </a:solidFill>
                <a:latin typeface="Symbol"/>
                <a:cs typeface="Symbol"/>
              </a:rPr>
              <a:t></a:t>
            </a:r>
            <a:endParaRPr sz="2150">
              <a:latin typeface="Symbol"/>
              <a:cs typeface="Symbol"/>
            </a:endParaRPr>
          </a:p>
        </p:txBody>
      </p:sp>
      <p:sp>
        <p:nvSpPr>
          <p:cNvPr id="51" name="object 51" descr=""/>
          <p:cNvSpPr txBox="1"/>
          <p:nvPr/>
        </p:nvSpPr>
        <p:spPr>
          <a:xfrm>
            <a:off x="6222619" y="5146294"/>
            <a:ext cx="1003300" cy="371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850"/>
              </a:lnSpc>
              <a:spcBef>
                <a:spcPts val="100"/>
              </a:spcBef>
            </a:pPr>
            <a:r>
              <a:rPr dirty="0" sz="1100" spc="-50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endParaRPr sz="1100">
              <a:latin typeface="Times New Roman"/>
              <a:cs typeface="Times New Roman"/>
            </a:endParaRPr>
          </a:p>
          <a:p>
            <a:pPr marL="62230">
              <a:lnSpc>
                <a:spcPts val="1870"/>
              </a:lnSpc>
              <a:tabLst>
                <a:tab pos="464184" algn="l"/>
                <a:tab pos="748030" algn="l"/>
              </a:tabLst>
            </a:pPr>
            <a:r>
              <a:rPr dirty="0" sz="1100" spc="-50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r>
              <a:rPr dirty="0" sz="110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dirty="0" sz="1950" spc="-50">
                <a:solidFill>
                  <a:srgbClr val="0000FF"/>
                </a:solidFill>
                <a:latin typeface="Symbol"/>
                <a:cs typeface="Symbol"/>
              </a:rPr>
              <a:t></a:t>
            </a:r>
            <a:r>
              <a:rPr dirty="0" sz="195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dirty="0" sz="1100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r>
              <a:rPr dirty="0" sz="1100" spc="32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1950" spc="-50">
                <a:solidFill>
                  <a:srgbClr val="0000FF"/>
                </a:solidFill>
                <a:latin typeface="Symbol"/>
                <a:cs typeface="Symbol"/>
              </a:rPr>
              <a:t></a:t>
            </a:r>
            <a:endParaRPr sz="1950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5080"/>
              </a:lnSpc>
              <a:spcBef>
                <a:spcPts val="105"/>
              </a:spcBef>
            </a:pPr>
            <a:r>
              <a:rPr dirty="0" spc="-50"/>
              <a:t>Marr-</a:t>
            </a:r>
            <a:r>
              <a:rPr dirty="0"/>
              <a:t>Hildreth</a:t>
            </a:r>
            <a:r>
              <a:rPr dirty="0" spc="-80"/>
              <a:t> </a:t>
            </a:r>
            <a:r>
              <a:rPr dirty="0"/>
              <a:t>Edge</a:t>
            </a:r>
            <a:r>
              <a:rPr dirty="0" spc="-120"/>
              <a:t> </a:t>
            </a:r>
            <a:r>
              <a:rPr dirty="0" spc="-10"/>
              <a:t>Detector</a:t>
            </a:r>
          </a:p>
          <a:p>
            <a:pPr marL="12700">
              <a:lnSpc>
                <a:spcPts val="4120"/>
              </a:lnSpc>
            </a:pPr>
            <a:r>
              <a:rPr dirty="0" sz="3600"/>
              <a:t>LoG</a:t>
            </a:r>
            <a:r>
              <a:rPr dirty="0" sz="3600" spc="-100"/>
              <a:t> </a:t>
            </a:r>
            <a:r>
              <a:rPr dirty="0" sz="3600"/>
              <a:t>(Laplacian</a:t>
            </a:r>
            <a:r>
              <a:rPr dirty="0" sz="3600" spc="-70"/>
              <a:t> </a:t>
            </a:r>
            <a:r>
              <a:rPr dirty="0" sz="3600"/>
              <a:t>of</a:t>
            </a:r>
            <a:r>
              <a:rPr dirty="0" sz="3600" spc="-70"/>
              <a:t> </a:t>
            </a:r>
            <a:r>
              <a:rPr dirty="0" sz="3600"/>
              <a:t>Gaussian)</a:t>
            </a:r>
            <a:r>
              <a:rPr dirty="0" sz="3600" spc="-65"/>
              <a:t> </a:t>
            </a:r>
            <a:r>
              <a:rPr dirty="0" sz="3600" spc="-10"/>
              <a:t>Operator</a:t>
            </a:r>
            <a:endParaRPr sz="360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29144" y="2619393"/>
            <a:ext cx="1244026" cy="1828364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31007" y="2572511"/>
            <a:ext cx="6481572" cy="2566416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568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Canny</a:t>
            </a:r>
            <a:r>
              <a:rPr dirty="0" spc="-220"/>
              <a:t> </a:t>
            </a:r>
            <a:r>
              <a:rPr dirty="0"/>
              <a:t>Edge</a:t>
            </a:r>
            <a:r>
              <a:rPr dirty="0" spc="-215"/>
              <a:t> </a:t>
            </a:r>
            <a:r>
              <a:rPr dirty="0" spc="-10"/>
              <a:t>Detector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515870" y="2360929"/>
            <a:ext cx="5443220" cy="1902460"/>
          </a:xfrm>
          <a:prstGeom prst="rect">
            <a:avLst/>
          </a:prstGeom>
        </p:spPr>
        <p:txBody>
          <a:bodyPr wrap="square" lIns="0" tIns="11811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30"/>
              </a:spcBef>
              <a:buFont typeface="Trebuchet MS"/>
              <a:buChar char="•"/>
              <a:tabLst>
                <a:tab pos="354965" algn="l"/>
              </a:tabLst>
            </a:pPr>
            <a:r>
              <a:rPr dirty="0" sz="2400">
                <a:latin typeface="Times New Roman"/>
                <a:cs typeface="Times New Roman"/>
              </a:rPr>
              <a:t>Canny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Edge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Detector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Steps:</a:t>
            </a:r>
            <a:endParaRPr sz="2400">
              <a:latin typeface="Times New Roman"/>
              <a:cs typeface="Times New Roman"/>
            </a:endParaRPr>
          </a:p>
          <a:p>
            <a:pPr lvl="1" marL="756285" indent="-286385">
              <a:lnSpc>
                <a:spcPct val="100000"/>
              </a:lnSpc>
              <a:spcBef>
                <a:spcPts val="625"/>
              </a:spcBef>
              <a:buFont typeface="Trebuchet MS"/>
              <a:buChar char="–"/>
              <a:tabLst>
                <a:tab pos="756285" algn="l"/>
              </a:tabLst>
            </a:pPr>
            <a:r>
              <a:rPr dirty="0" sz="1800" spc="-10">
                <a:latin typeface="Times New Roman"/>
                <a:cs typeface="Times New Roman"/>
              </a:rPr>
              <a:t>Smoothing</a:t>
            </a:r>
            <a:endParaRPr sz="1800">
              <a:latin typeface="Times New Roman"/>
              <a:cs typeface="Times New Roman"/>
            </a:endParaRPr>
          </a:p>
          <a:p>
            <a:pPr lvl="1" marL="756285" indent="-286385">
              <a:lnSpc>
                <a:spcPct val="100000"/>
              </a:lnSpc>
              <a:spcBef>
                <a:spcPts val="600"/>
              </a:spcBef>
              <a:buFont typeface="Trebuchet MS"/>
              <a:buChar char="–"/>
              <a:tabLst>
                <a:tab pos="756285" algn="l"/>
              </a:tabLst>
            </a:pPr>
            <a:r>
              <a:rPr dirty="0" sz="1800">
                <a:latin typeface="Times New Roman"/>
                <a:cs typeface="Times New Roman"/>
              </a:rPr>
              <a:t>Compute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Gradients</a:t>
            </a:r>
            <a:endParaRPr sz="1800">
              <a:latin typeface="Times New Roman"/>
              <a:cs typeface="Times New Roman"/>
            </a:endParaRPr>
          </a:p>
          <a:p>
            <a:pPr lvl="1" marL="756285" indent="-286385">
              <a:lnSpc>
                <a:spcPct val="100000"/>
              </a:lnSpc>
              <a:spcBef>
                <a:spcPts val="600"/>
              </a:spcBef>
              <a:buFont typeface="Trebuchet MS"/>
              <a:buChar char="–"/>
              <a:tabLst>
                <a:tab pos="756285" algn="l"/>
              </a:tabLst>
            </a:pPr>
            <a:r>
              <a:rPr dirty="0" sz="1800" spc="-10">
                <a:latin typeface="Times New Roman"/>
                <a:cs typeface="Times New Roman"/>
              </a:rPr>
              <a:t>Non-</a:t>
            </a:r>
            <a:r>
              <a:rPr dirty="0" sz="1800">
                <a:latin typeface="Times New Roman"/>
                <a:cs typeface="Times New Roman"/>
              </a:rPr>
              <a:t>maximum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Suppression</a:t>
            </a:r>
            <a:endParaRPr sz="1800">
              <a:latin typeface="Times New Roman"/>
              <a:cs typeface="Times New Roman"/>
            </a:endParaRPr>
          </a:p>
          <a:p>
            <a:pPr lvl="1" marL="756285" indent="-286385">
              <a:lnSpc>
                <a:spcPct val="100000"/>
              </a:lnSpc>
              <a:spcBef>
                <a:spcPts val="600"/>
              </a:spcBef>
              <a:buFont typeface="Trebuchet MS"/>
              <a:buChar char="–"/>
              <a:tabLst>
                <a:tab pos="756285" algn="l"/>
              </a:tabLst>
            </a:pPr>
            <a:r>
              <a:rPr dirty="0" sz="1800">
                <a:latin typeface="Times New Roman"/>
                <a:cs typeface="Times New Roman"/>
              </a:rPr>
              <a:t>Edge</a:t>
            </a:r>
            <a:r>
              <a:rPr dirty="0" sz="1800" spc="-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Tracking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by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hysteresis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(double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)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thresholding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568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Canny</a:t>
            </a:r>
            <a:r>
              <a:rPr dirty="0" spc="-220"/>
              <a:t> </a:t>
            </a:r>
            <a:r>
              <a:rPr dirty="0"/>
              <a:t>Edge</a:t>
            </a:r>
            <a:r>
              <a:rPr dirty="0" spc="-215"/>
              <a:t> </a:t>
            </a:r>
            <a:r>
              <a:rPr dirty="0" spc="-10"/>
              <a:t>Detector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398514" y="2603118"/>
            <a:ext cx="764540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baseline="3267" sz="2550" i="1">
                <a:solidFill>
                  <a:srgbClr val="0000FF"/>
                </a:solidFill>
                <a:latin typeface="Times New Roman"/>
                <a:cs typeface="Times New Roman"/>
              </a:rPr>
              <a:t>f</a:t>
            </a:r>
            <a:r>
              <a:rPr dirty="0" baseline="3267" sz="2550" spc="637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200">
                <a:solidFill>
                  <a:srgbClr val="0000FF"/>
                </a:solidFill>
                <a:latin typeface="Symbol"/>
                <a:cs typeface="Symbol"/>
              </a:rPr>
              <a:t></a:t>
            </a:r>
            <a:r>
              <a:rPr dirty="0" baseline="3267" sz="2550" i="1">
                <a:solidFill>
                  <a:srgbClr val="0000FF"/>
                </a:solidFill>
                <a:latin typeface="Times New Roman"/>
                <a:cs typeface="Times New Roman"/>
              </a:rPr>
              <a:t>x</a:t>
            </a:r>
            <a:r>
              <a:rPr dirty="0" baseline="3267" sz="2550" spc="-127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3267" sz="2550">
                <a:solidFill>
                  <a:srgbClr val="0000FF"/>
                </a:solidFill>
                <a:latin typeface="Times New Roman"/>
                <a:cs typeface="Times New Roman"/>
              </a:rPr>
              <a:t>,</a:t>
            </a:r>
            <a:r>
              <a:rPr dirty="0" baseline="3267" sz="2550" spc="-217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3267" sz="2550" i="1">
                <a:solidFill>
                  <a:srgbClr val="0000FF"/>
                </a:solidFill>
                <a:latin typeface="Times New Roman"/>
                <a:cs typeface="Times New Roman"/>
              </a:rPr>
              <a:t>y</a:t>
            </a:r>
            <a:r>
              <a:rPr dirty="0" baseline="3267" sz="2550" spc="37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200" spc="-50">
                <a:solidFill>
                  <a:srgbClr val="0000FF"/>
                </a:solidFill>
                <a:latin typeface="Symbol"/>
                <a:cs typeface="Symbol"/>
              </a:rPr>
              <a:t></a:t>
            </a:r>
            <a:endParaRPr sz="2200">
              <a:latin typeface="Symbol"/>
              <a:cs typeface="Symbo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792602" y="1496983"/>
            <a:ext cx="3505835" cy="1423670"/>
          </a:xfrm>
          <a:prstGeom prst="rect">
            <a:avLst/>
          </a:prstGeom>
        </p:spPr>
        <p:txBody>
          <a:bodyPr wrap="square" lIns="0" tIns="114935" rIns="0" bIns="0" rtlCol="0" vert="horz">
            <a:spAutoFit/>
          </a:bodyPr>
          <a:lstStyle/>
          <a:p>
            <a:pPr marL="380365" indent="-342265">
              <a:lnSpc>
                <a:spcPct val="100000"/>
              </a:lnSpc>
              <a:spcBef>
                <a:spcPts val="905"/>
              </a:spcBef>
              <a:buFont typeface="Trebuchet MS"/>
              <a:buChar char="•"/>
              <a:tabLst>
                <a:tab pos="380365" algn="l"/>
              </a:tabLst>
            </a:pPr>
            <a:r>
              <a:rPr dirty="0" sz="2400">
                <a:latin typeface="Times New Roman"/>
                <a:cs typeface="Times New Roman"/>
              </a:rPr>
              <a:t>Canny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–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Smoothing:</a:t>
            </a:r>
            <a:endParaRPr sz="2400">
              <a:latin typeface="Times New Roman"/>
              <a:cs typeface="Times New Roman"/>
            </a:endParaRPr>
          </a:p>
          <a:p>
            <a:pPr marL="381000">
              <a:lnSpc>
                <a:spcPct val="100000"/>
              </a:lnSpc>
              <a:spcBef>
                <a:spcPts val="810"/>
              </a:spcBef>
              <a:tabLst>
                <a:tab pos="662940" algn="l"/>
              </a:tabLst>
            </a:pPr>
            <a:r>
              <a:rPr dirty="0" sz="2400" spc="-50">
                <a:latin typeface="Trebuchet MS"/>
                <a:cs typeface="Trebuchet MS"/>
              </a:rPr>
              <a:t>–</a:t>
            </a:r>
            <a:r>
              <a:rPr dirty="0" sz="2400">
                <a:latin typeface="Trebuchet MS"/>
                <a:cs typeface="Trebuchet MS"/>
              </a:rPr>
              <a:t>	</a:t>
            </a:r>
            <a:r>
              <a:rPr dirty="0" sz="2400">
                <a:latin typeface="Times New Roman"/>
                <a:cs typeface="Times New Roman"/>
              </a:rPr>
              <a:t>Using</a:t>
            </a:r>
            <a:r>
              <a:rPr dirty="0" sz="2400" spc="-6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Gaussian</a:t>
            </a:r>
            <a:r>
              <a:rPr dirty="0" sz="2400" spc="-7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filter:</a:t>
            </a:r>
            <a:endParaRPr sz="2400">
              <a:latin typeface="Times New Roman"/>
              <a:cs typeface="Times New Roman"/>
            </a:endParaRPr>
          </a:p>
          <a:p>
            <a:pPr marL="1740535">
              <a:lnSpc>
                <a:spcPct val="100000"/>
              </a:lnSpc>
              <a:spcBef>
                <a:spcPts val="990"/>
              </a:spcBef>
            </a:pPr>
            <a:r>
              <a:rPr dirty="0" baseline="3267" sz="2550" spc="-15" i="1">
                <a:solidFill>
                  <a:srgbClr val="0000FF"/>
                </a:solidFill>
                <a:latin typeface="Times New Roman"/>
                <a:cs typeface="Times New Roman"/>
              </a:rPr>
              <a:t>f</a:t>
            </a:r>
            <a:r>
              <a:rPr dirty="0" baseline="3267" sz="2550" spc="-202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-17543" sz="1425" i="1">
                <a:solidFill>
                  <a:srgbClr val="0000FF"/>
                </a:solidFill>
                <a:latin typeface="Times New Roman"/>
                <a:cs typeface="Times New Roman"/>
              </a:rPr>
              <a:t>s</a:t>
            </a:r>
            <a:r>
              <a:rPr dirty="0" baseline="-17543" sz="1425" spc="262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200">
                <a:solidFill>
                  <a:srgbClr val="0000FF"/>
                </a:solidFill>
                <a:latin typeface="Symbol"/>
                <a:cs typeface="Symbol"/>
              </a:rPr>
              <a:t></a:t>
            </a:r>
            <a:r>
              <a:rPr dirty="0" baseline="3267" sz="2550" i="1">
                <a:solidFill>
                  <a:srgbClr val="0000FF"/>
                </a:solidFill>
                <a:latin typeface="Times New Roman"/>
                <a:cs typeface="Times New Roman"/>
              </a:rPr>
              <a:t>x</a:t>
            </a:r>
            <a:r>
              <a:rPr dirty="0" baseline="3267" sz="2550" spc="-127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3267" sz="2550">
                <a:solidFill>
                  <a:srgbClr val="0000FF"/>
                </a:solidFill>
                <a:latin typeface="Times New Roman"/>
                <a:cs typeface="Times New Roman"/>
              </a:rPr>
              <a:t>,</a:t>
            </a:r>
            <a:r>
              <a:rPr dirty="0" baseline="3267" sz="2550" spc="-217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3267" sz="2550" i="1">
                <a:solidFill>
                  <a:srgbClr val="0000FF"/>
                </a:solidFill>
                <a:latin typeface="Times New Roman"/>
                <a:cs typeface="Times New Roman"/>
              </a:rPr>
              <a:t>y</a:t>
            </a:r>
            <a:r>
              <a:rPr dirty="0" baseline="3267" sz="2550" spc="37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200" spc="100">
                <a:solidFill>
                  <a:srgbClr val="0000FF"/>
                </a:solidFill>
                <a:latin typeface="Symbol"/>
                <a:cs typeface="Symbol"/>
              </a:rPr>
              <a:t></a:t>
            </a:r>
            <a:r>
              <a:rPr dirty="0" baseline="3267" sz="2550" spc="150">
                <a:solidFill>
                  <a:srgbClr val="0000FF"/>
                </a:solidFill>
                <a:latin typeface="Symbol"/>
                <a:cs typeface="Symbol"/>
              </a:rPr>
              <a:t></a:t>
            </a:r>
            <a:r>
              <a:rPr dirty="0" baseline="3267" sz="2550" spc="-3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3267" sz="2550" i="1">
                <a:solidFill>
                  <a:srgbClr val="0000FF"/>
                </a:solidFill>
                <a:latin typeface="Times New Roman"/>
                <a:cs typeface="Times New Roman"/>
              </a:rPr>
              <a:t>G</a:t>
            </a:r>
            <a:r>
              <a:rPr dirty="0" baseline="3267" sz="2550" spc="15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200">
                <a:solidFill>
                  <a:srgbClr val="0000FF"/>
                </a:solidFill>
                <a:latin typeface="Symbol"/>
                <a:cs typeface="Symbol"/>
              </a:rPr>
              <a:t></a:t>
            </a:r>
            <a:r>
              <a:rPr dirty="0" baseline="3267" sz="2550" i="1">
                <a:solidFill>
                  <a:srgbClr val="0000FF"/>
                </a:solidFill>
                <a:latin typeface="Times New Roman"/>
                <a:cs typeface="Times New Roman"/>
              </a:rPr>
              <a:t>x</a:t>
            </a:r>
            <a:r>
              <a:rPr dirty="0" baseline="3267" sz="2550" spc="-104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3267" sz="2550">
                <a:solidFill>
                  <a:srgbClr val="0000FF"/>
                </a:solidFill>
                <a:latin typeface="Times New Roman"/>
                <a:cs typeface="Times New Roman"/>
              </a:rPr>
              <a:t>,</a:t>
            </a:r>
            <a:r>
              <a:rPr dirty="0" baseline="3267" sz="2550" spc="-217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3267" sz="2550" i="1">
                <a:solidFill>
                  <a:srgbClr val="0000FF"/>
                </a:solidFill>
                <a:latin typeface="Times New Roman"/>
                <a:cs typeface="Times New Roman"/>
              </a:rPr>
              <a:t>y</a:t>
            </a:r>
            <a:r>
              <a:rPr dirty="0" baseline="3267" sz="2550" spc="37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200" spc="-50">
                <a:solidFill>
                  <a:srgbClr val="0000FF"/>
                </a:solidFill>
                <a:latin typeface="Symbol"/>
                <a:cs typeface="Symbol"/>
              </a:rPr>
              <a:t></a:t>
            </a:r>
            <a:endParaRPr sz="2200">
              <a:latin typeface="Symbol"/>
              <a:cs typeface="Symbol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6101334" y="3359658"/>
            <a:ext cx="703580" cy="0"/>
          </a:xfrm>
          <a:custGeom>
            <a:avLst/>
            <a:gdLst/>
            <a:ahLst/>
            <a:cxnLst/>
            <a:rect l="l" t="t" r="r" b="b"/>
            <a:pathLst>
              <a:path w="703579" h="0">
                <a:moveTo>
                  <a:pt x="0" y="0"/>
                </a:moveTo>
                <a:lnTo>
                  <a:pt x="703580" y="0"/>
                </a:lnTo>
              </a:path>
            </a:pathLst>
          </a:custGeom>
          <a:ln w="1072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6241669" y="3323732"/>
            <a:ext cx="375920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700" spc="-25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r>
              <a:rPr dirty="0" sz="1900" spc="-25">
                <a:solidFill>
                  <a:srgbClr val="0000FF"/>
                </a:solidFill>
                <a:latin typeface="Symbol"/>
                <a:cs typeface="Symbol"/>
              </a:rPr>
              <a:t></a:t>
            </a:r>
            <a:r>
              <a:rPr dirty="0" baseline="35087" sz="1425" spc="-37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endParaRPr baseline="35087" sz="1425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250304" y="3059430"/>
            <a:ext cx="85725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50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696836" y="3059430"/>
            <a:ext cx="85725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50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822060" y="3042361"/>
            <a:ext cx="1101090" cy="285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92735" algn="l"/>
                <a:tab pos="560705" algn="l"/>
                <a:tab pos="1004569" algn="l"/>
              </a:tabLst>
            </a:pPr>
            <a:r>
              <a:rPr dirty="0" baseline="1633" sz="2550" spc="-75">
                <a:solidFill>
                  <a:srgbClr val="0000FF"/>
                </a:solidFill>
                <a:latin typeface="Symbol"/>
                <a:cs typeface="Symbol"/>
              </a:rPr>
              <a:t></a:t>
            </a:r>
            <a:r>
              <a:rPr dirty="0" baseline="1633" sz="255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dirty="0" sz="1700" spc="-50" i="1">
                <a:solidFill>
                  <a:srgbClr val="0000FF"/>
                </a:solidFill>
                <a:latin typeface="Times New Roman"/>
                <a:cs typeface="Times New Roman"/>
              </a:rPr>
              <a:t>x</a:t>
            </a:r>
            <a:r>
              <a:rPr dirty="0" sz="1700" i="1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dirty="0" sz="1700">
                <a:solidFill>
                  <a:srgbClr val="0000FF"/>
                </a:solidFill>
                <a:latin typeface="Symbol"/>
                <a:cs typeface="Symbol"/>
              </a:rPr>
              <a:t></a:t>
            </a:r>
            <a:r>
              <a:rPr dirty="0" sz="1700" spc="2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1700" spc="-50" i="1">
                <a:solidFill>
                  <a:srgbClr val="0000FF"/>
                </a:solidFill>
                <a:latin typeface="Times New Roman"/>
                <a:cs typeface="Times New Roman"/>
              </a:rPr>
              <a:t>y</a:t>
            </a:r>
            <a:r>
              <a:rPr dirty="0" sz="1700" i="1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dirty="0" baseline="1633" sz="2550" spc="-75">
                <a:solidFill>
                  <a:srgbClr val="0000FF"/>
                </a:solidFill>
                <a:latin typeface="Symbol"/>
                <a:cs typeface="Symbol"/>
              </a:rPr>
              <a:t></a:t>
            </a:r>
            <a:endParaRPr baseline="1633" sz="2550">
              <a:latin typeface="Symbol"/>
              <a:cs typeface="Symbo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711953" y="3125216"/>
            <a:ext cx="59245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86409" algn="l"/>
              </a:tabLst>
            </a:pPr>
            <a:r>
              <a:rPr dirty="0" sz="2200" spc="-50">
                <a:solidFill>
                  <a:srgbClr val="0000FF"/>
                </a:solidFill>
                <a:latin typeface="Symbol"/>
                <a:cs typeface="Symbol"/>
              </a:rPr>
              <a:t></a:t>
            </a:r>
            <a:r>
              <a:rPr dirty="0" sz="220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dirty="0" sz="2200" spc="-50">
                <a:solidFill>
                  <a:srgbClr val="0000FF"/>
                </a:solidFill>
                <a:latin typeface="Symbol"/>
                <a:cs typeface="Symbol"/>
              </a:rPr>
              <a:t></a:t>
            </a:r>
            <a:endParaRPr sz="2200">
              <a:latin typeface="Symbol"/>
              <a:cs typeface="Symbo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806185" y="3224276"/>
            <a:ext cx="108585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-50">
                <a:solidFill>
                  <a:srgbClr val="0000FF"/>
                </a:solidFill>
                <a:latin typeface="Symbol"/>
                <a:cs typeface="Symbol"/>
              </a:rPr>
              <a:t></a:t>
            </a:r>
            <a:endParaRPr sz="1700">
              <a:latin typeface="Symbol"/>
              <a:cs typeface="Symbo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501641" y="3177032"/>
            <a:ext cx="1567815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14325" algn="l"/>
                <a:tab pos="819785" algn="l"/>
              </a:tabLst>
            </a:pPr>
            <a:r>
              <a:rPr dirty="0" sz="1700" spc="-50" i="1">
                <a:solidFill>
                  <a:srgbClr val="0000FF"/>
                </a:solidFill>
                <a:latin typeface="Times New Roman"/>
                <a:cs typeface="Times New Roman"/>
              </a:rPr>
              <a:t>G</a:t>
            </a:r>
            <a:r>
              <a:rPr dirty="0" sz="1700" i="1">
                <a:solidFill>
                  <a:srgbClr val="0000FF"/>
                </a:solidFill>
                <a:latin typeface="Times New Roman"/>
                <a:cs typeface="Times New Roman"/>
              </a:rPr>
              <a:t>	x</a:t>
            </a:r>
            <a:r>
              <a:rPr dirty="0" sz="1700" spc="-90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0000FF"/>
                </a:solidFill>
                <a:latin typeface="Times New Roman"/>
                <a:cs typeface="Times New Roman"/>
              </a:rPr>
              <a:t>,</a:t>
            </a:r>
            <a:r>
              <a:rPr dirty="0" sz="1700" spc="-13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1700" spc="-50" i="1">
                <a:solidFill>
                  <a:srgbClr val="0000FF"/>
                </a:solidFill>
                <a:latin typeface="Times New Roman"/>
                <a:cs typeface="Times New Roman"/>
              </a:rPr>
              <a:t>y</a:t>
            </a:r>
            <a:r>
              <a:rPr dirty="0" sz="1700" i="1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dirty="0" sz="1700">
                <a:solidFill>
                  <a:srgbClr val="0000FF"/>
                </a:solidFill>
                <a:latin typeface="Symbol"/>
                <a:cs typeface="Symbol"/>
              </a:rPr>
              <a:t></a:t>
            </a:r>
            <a:r>
              <a:rPr dirty="0" sz="1700" spc="-3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0000FF"/>
                </a:solidFill>
                <a:latin typeface="Times New Roman"/>
                <a:cs typeface="Times New Roman"/>
              </a:rPr>
              <a:t>exp</a:t>
            </a:r>
            <a:r>
              <a:rPr dirty="0" sz="1700" spc="95">
                <a:solidFill>
                  <a:srgbClr val="0000FF"/>
                </a:solidFill>
                <a:latin typeface="Times New Roman"/>
                <a:cs typeface="Times New Roman"/>
              </a:rPr>
              <a:t>  </a:t>
            </a:r>
            <a:r>
              <a:rPr dirty="0" sz="1700" spc="-50">
                <a:solidFill>
                  <a:srgbClr val="0000FF"/>
                </a:solidFill>
                <a:latin typeface="Symbol"/>
                <a:cs typeface="Symbol"/>
              </a:rPr>
              <a:t></a:t>
            </a:r>
            <a:endParaRPr sz="1700">
              <a:latin typeface="Symbol"/>
              <a:cs typeface="Symbo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6820661" y="3227273"/>
            <a:ext cx="108585" cy="285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-50">
                <a:solidFill>
                  <a:srgbClr val="0000FF"/>
                </a:solidFill>
                <a:latin typeface="Symbol"/>
                <a:cs typeface="Symbol"/>
              </a:rPr>
              <a:t></a:t>
            </a:r>
            <a:endParaRPr sz="1700">
              <a:latin typeface="Symbol"/>
              <a:cs typeface="Symbo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6910578" y="3155457"/>
            <a:ext cx="824230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55904" algn="l"/>
              </a:tabLst>
            </a:pPr>
            <a:r>
              <a:rPr dirty="0" sz="1700" spc="-50">
                <a:solidFill>
                  <a:srgbClr val="0000FF"/>
                </a:solidFill>
                <a:latin typeface="Times New Roman"/>
                <a:cs typeface="Times New Roman"/>
              </a:rPr>
              <a:t>,</a:t>
            </a:r>
            <a:r>
              <a:rPr dirty="0" sz="170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dirty="0" sz="1900" spc="-50">
                <a:solidFill>
                  <a:srgbClr val="0000FF"/>
                </a:solidFill>
                <a:latin typeface="Symbol"/>
                <a:cs typeface="Symbol"/>
              </a:rPr>
              <a:t></a:t>
            </a:r>
            <a:r>
              <a:rPr dirty="0" sz="1700" spc="-50">
                <a:solidFill>
                  <a:srgbClr val="0000FF"/>
                </a:solidFill>
                <a:latin typeface="Symbol"/>
                <a:cs typeface="Symbol"/>
              </a:rPr>
              <a:t></a:t>
            </a:r>
            <a:r>
              <a:rPr dirty="0" sz="1700" spc="-15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1700" spc="-25">
                <a:solidFill>
                  <a:srgbClr val="0000FF"/>
                </a:solidFill>
                <a:latin typeface="Times New Roman"/>
                <a:cs typeface="Times New Roman"/>
              </a:rPr>
              <a:t>1.4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5821426" y="3402533"/>
            <a:ext cx="108585" cy="285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-50">
                <a:solidFill>
                  <a:srgbClr val="0000FF"/>
                </a:solidFill>
                <a:latin typeface="Symbol"/>
                <a:cs typeface="Symbol"/>
              </a:rPr>
              <a:t></a:t>
            </a:r>
            <a:endParaRPr sz="1700">
              <a:latin typeface="Symbol"/>
              <a:cs typeface="Symbol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6820661" y="3402533"/>
            <a:ext cx="108585" cy="285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-50">
                <a:solidFill>
                  <a:srgbClr val="0000FF"/>
                </a:solidFill>
                <a:latin typeface="Symbol"/>
                <a:cs typeface="Symbol"/>
              </a:rPr>
              <a:t></a:t>
            </a:r>
            <a:endParaRPr sz="1700">
              <a:latin typeface="Symbol"/>
              <a:cs typeface="Symbol"/>
            </a:endParaRPr>
          </a:p>
        </p:txBody>
      </p:sp>
      <p:pic>
        <p:nvPicPr>
          <p:cNvPr id="17" name="object 1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34684" y="2691383"/>
            <a:ext cx="867156" cy="240791"/>
          </a:xfrm>
          <a:prstGeom prst="rect">
            <a:avLst/>
          </a:prstGeom>
        </p:spPr>
      </p:pic>
      <p:sp>
        <p:nvSpPr>
          <p:cNvPr id="18" name="object 18" descr=""/>
          <p:cNvSpPr/>
          <p:nvPr/>
        </p:nvSpPr>
        <p:spPr>
          <a:xfrm>
            <a:off x="6150102" y="5200650"/>
            <a:ext cx="327660" cy="0"/>
          </a:xfrm>
          <a:custGeom>
            <a:avLst/>
            <a:gdLst/>
            <a:ahLst/>
            <a:cxnLst/>
            <a:rect l="l" t="t" r="r" b="b"/>
            <a:pathLst>
              <a:path w="327660" h="0">
                <a:moveTo>
                  <a:pt x="0" y="0"/>
                </a:moveTo>
                <a:lnTo>
                  <a:pt x="327533" y="0"/>
                </a:lnTo>
              </a:path>
            </a:pathLst>
          </a:custGeom>
          <a:ln w="10719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3262503" y="3657311"/>
            <a:ext cx="3493135" cy="1231265"/>
          </a:xfrm>
          <a:prstGeom prst="rect">
            <a:avLst/>
          </a:prstGeom>
        </p:spPr>
        <p:txBody>
          <a:bodyPr wrap="square" lIns="0" tIns="21526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695"/>
              </a:spcBef>
              <a:tabLst>
                <a:tab pos="309880" algn="l"/>
              </a:tabLst>
            </a:pPr>
            <a:r>
              <a:rPr dirty="0" sz="2400" spc="-50">
                <a:latin typeface="Trebuchet MS"/>
                <a:cs typeface="Trebuchet MS"/>
              </a:rPr>
              <a:t>–</a:t>
            </a:r>
            <a:r>
              <a:rPr dirty="0" sz="2400">
                <a:latin typeface="Trebuchet MS"/>
                <a:cs typeface="Trebuchet MS"/>
              </a:rPr>
              <a:t>	</a:t>
            </a:r>
            <a:r>
              <a:rPr dirty="0" sz="2400">
                <a:latin typeface="Times New Roman"/>
                <a:cs typeface="Times New Roman"/>
              </a:rPr>
              <a:t>Practical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Implementation:</a:t>
            </a:r>
            <a:endParaRPr sz="2400">
              <a:latin typeface="Times New Roman"/>
              <a:cs typeface="Times New Roman"/>
            </a:endParaRPr>
          </a:p>
          <a:p>
            <a:pPr marL="3275965">
              <a:lnSpc>
                <a:spcPts val="1939"/>
              </a:lnSpc>
              <a:spcBef>
                <a:spcPts val="1135"/>
              </a:spcBef>
            </a:pPr>
            <a:r>
              <a:rPr dirty="0" baseline="-3267" sz="2550" spc="-37">
                <a:solidFill>
                  <a:srgbClr val="0000FF"/>
                </a:solidFill>
                <a:latin typeface="Symbol"/>
                <a:cs typeface="Symbol"/>
              </a:rPr>
              <a:t></a:t>
            </a:r>
            <a:r>
              <a:rPr dirty="0" sz="1700" spc="-25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endParaRPr sz="1700">
              <a:latin typeface="Times New Roman"/>
              <a:cs typeface="Times New Roman"/>
            </a:endParaRPr>
          </a:p>
          <a:p>
            <a:pPr marL="3254375">
              <a:lnSpc>
                <a:spcPts val="1939"/>
              </a:lnSpc>
            </a:pPr>
            <a:r>
              <a:rPr dirty="0" sz="1700" spc="-25">
                <a:solidFill>
                  <a:srgbClr val="0000FF"/>
                </a:solidFill>
                <a:latin typeface="Symbol"/>
                <a:cs typeface="Symbol"/>
              </a:rPr>
              <a:t></a:t>
            </a:r>
            <a:r>
              <a:rPr dirty="0" baseline="-19607" sz="2550" spc="-37">
                <a:solidFill>
                  <a:srgbClr val="0000FF"/>
                </a:solidFill>
                <a:latin typeface="Times New Roman"/>
                <a:cs typeface="Times New Roman"/>
              </a:rPr>
              <a:t>4</a:t>
            </a:r>
            <a:endParaRPr baseline="-19607" sz="2550">
              <a:latin typeface="Times New Roman"/>
              <a:cs typeface="Times New Roman"/>
            </a:endParaRPr>
          </a:p>
        </p:txBody>
      </p:sp>
      <p:sp>
        <p:nvSpPr>
          <p:cNvPr id="30" name="object 3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  <p:sp>
        <p:nvSpPr>
          <p:cNvPr id="20" name="object 20" descr=""/>
          <p:cNvSpPr txBox="1"/>
          <p:nvPr/>
        </p:nvSpPr>
        <p:spPr>
          <a:xfrm>
            <a:off x="6246114" y="4883277"/>
            <a:ext cx="133985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50">
                <a:solidFill>
                  <a:srgbClr val="0000FF"/>
                </a:solidFill>
                <a:latin typeface="Times New Roman"/>
                <a:cs typeface="Times New Roman"/>
              </a:rPr>
              <a:t>1</a:t>
            </a:r>
            <a:endParaRPr sz="1700">
              <a:latin typeface="Times New Roman"/>
              <a:cs typeface="Times New Roman"/>
            </a:endParaRPr>
          </a:p>
        </p:txBody>
      </p:sp>
      <p:graphicFrame>
        <p:nvGraphicFramePr>
          <p:cNvPr id="21" name="object 21" descr=""/>
          <p:cNvGraphicFramePr>
            <a:graphicFrameLocks noGrp="1"/>
          </p:cNvGraphicFramePr>
          <p:nvPr/>
        </p:nvGraphicFramePr>
        <p:xfrm>
          <a:off x="6931152" y="4397990"/>
          <a:ext cx="1488440" cy="571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5904"/>
                <a:gridCol w="451484"/>
                <a:gridCol w="360680"/>
                <a:gridCol w="344169"/>
              </a:tblGrid>
              <a:tr h="298450">
                <a:tc>
                  <a:txBody>
                    <a:bodyPr/>
                    <a:lstStyle/>
                    <a:p>
                      <a:pPr algn="ctr" marR="73025">
                        <a:lnSpc>
                          <a:spcPts val="1935"/>
                        </a:lnSpc>
                      </a:pPr>
                      <a:r>
                        <a:rPr dirty="0" sz="1700" spc="-5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6510">
                        <a:lnSpc>
                          <a:spcPts val="1935"/>
                        </a:lnSpc>
                      </a:pPr>
                      <a:r>
                        <a:rPr dirty="0" sz="1700" spc="-5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ts val="1935"/>
                        </a:lnSpc>
                      </a:pPr>
                      <a:r>
                        <a:rPr dirty="0" sz="1700" spc="-5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ts val="1935"/>
                        </a:lnSpc>
                      </a:pPr>
                      <a:r>
                        <a:rPr dirty="0" sz="1700" spc="-25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dirty="0" baseline="-3267" sz="2550" spc="-37">
                          <a:solidFill>
                            <a:srgbClr val="0000FF"/>
                          </a:solidFill>
                          <a:latin typeface="Symbol"/>
                          <a:cs typeface="Symbol"/>
                        </a:rPr>
                        <a:t></a:t>
                      </a:r>
                      <a:endParaRPr baseline="-3267" sz="2550">
                        <a:latin typeface="Symbol"/>
                        <a:cs typeface="Symbol"/>
                      </a:endParaRPr>
                    </a:p>
                  </a:txBody>
                  <a:tcPr marL="0" marR="0" marB="0" marT="0"/>
                </a:tc>
              </a:tr>
              <a:tr h="273050">
                <a:tc>
                  <a:txBody>
                    <a:bodyPr/>
                    <a:lstStyle/>
                    <a:p>
                      <a:pPr algn="ctr" marR="76200">
                        <a:lnSpc>
                          <a:spcPts val="1970"/>
                        </a:lnSpc>
                        <a:spcBef>
                          <a:spcPts val="85"/>
                        </a:spcBef>
                      </a:pPr>
                      <a:r>
                        <a:rPr dirty="0" sz="1700" spc="-5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9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795"/>
                </a:tc>
                <a:tc>
                  <a:txBody>
                    <a:bodyPr/>
                    <a:lstStyle/>
                    <a:p>
                      <a:pPr algn="ctr" marR="5080">
                        <a:lnSpc>
                          <a:spcPts val="1970"/>
                        </a:lnSpc>
                        <a:spcBef>
                          <a:spcPts val="85"/>
                        </a:spcBef>
                      </a:pPr>
                      <a:r>
                        <a:rPr dirty="0" sz="1700" spc="-25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12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795"/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970"/>
                        </a:lnSpc>
                        <a:spcBef>
                          <a:spcPts val="85"/>
                        </a:spcBef>
                      </a:pPr>
                      <a:r>
                        <a:rPr dirty="0" sz="1700" spc="-5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9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795"/>
                </a:tc>
                <a:tc>
                  <a:txBody>
                    <a:bodyPr/>
                    <a:lstStyle/>
                    <a:p>
                      <a:pPr marL="124460">
                        <a:lnSpc>
                          <a:spcPts val="1160"/>
                        </a:lnSpc>
                      </a:pPr>
                      <a:r>
                        <a:rPr dirty="0" baseline="-19607" sz="2550" spc="-37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dirty="0" sz="1700" spc="-25">
                          <a:solidFill>
                            <a:srgbClr val="0000FF"/>
                          </a:solidFill>
                          <a:latin typeface="Symbol"/>
                          <a:cs typeface="Symbol"/>
                        </a:rPr>
                        <a:t></a:t>
                      </a:r>
                      <a:endParaRPr sz="1700">
                        <a:latin typeface="Symbol"/>
                        <a:cs typeface="Symbol"/>
                      </a:endParaRPr>
                    </a:p>
                    <a:p>
                      <a:pPr marL="241300">
                        <a:lnSpc>
                          <a:spcPts val="894"/>
                        </a:lnSpc>
                      </a:pPr>
                      <a:r>
                        <a:rPr dirty="0" sz="1700" spc="-50">
                          <a:solidFill>
                            <a:srgbClr val="0000FF"/>
                          </a:solidFill>
                          <a:latin typeface="Symbol"/>
                          <a:cs typeface="Symbol"/>
                        </a:rPr>
                        <a:t></a:t>
                      </a:r>
                      <a:endParaRPr sz="1700">
                        <a:latin typeface="Symbol"/>
                        <a:cs typeface="Symbol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22" name="object 22" descr=""/>
          <p:cNvSpPr txBox="1"/>
          <p:nvPr/>
        </p:nvSpPr>
        <p:spPr>
          <a:xfrm>
            <a:off x="8111997" y="5037582"/>
            <a:ext cx="213995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25">
                <a:solidFill>
                  <a:srgbClr val="0000FF"/>
                </a:solidFill>
                <a:latin typeface="Times New Roman"/>
                <a:cs typeface="Times New Roman"/>
              </a:rPr>
              <a:t>5</a:t>
            </a:r>
            <a:r>
              <a:rPr dirty="0" sz="1700" spc="-25">
                <a:solidFill>
                  <a:srgbClr val="0000FF"/>
                </a:solidFill>
                <a:latin typeface="Symbol"/>
                <a:cs typeface="Symbol"/>
              </a:rPr>
              <a:t></a:t>
            </a:r>
            <a:endParaRPr sz="1700">
              <a:latin typeface="Symbol"/>
              <a:cs typeface="Symbol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8085455" y="5234127"/>
            <a:ext cx="264795" cy="285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baseline="-24509" sz="2550" spc="-37">
                <a:solidFill>
                  <a:srgbClr val="0000FF"/>
                </a:solidFill>
                <a:latin typeface="Times New Roman"/>
                <a:cs typeface="Times New Roman"/>
              </a:rPr>
              <a:t>4</a:t>
            </a:r>
            <a:r>
              <a:rPr dirty="0" sz="1700" spc="-25">
                <a:solidFill>
                  <a:srgbClr val="0000FF"/>
                </a:solidFill>
                <a:latin typeface="Symbol"/>
                <a:cs typeface="Symbol"/>
              </a:rPr>
              <a:t></a:t>
            </a:r>
            <a:endParaRPr sz="1700">
              <a:latin typeface="Symbol"/>
              <a:cs typeface="Symbol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8085455" y="5431028"/>
            <a:ext cx="319405" cy="5238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54940">
              <a:lnSpc>
                <a:spcPts val="1955"/>
              </a:lnSpc>
              <a:spcBef>
                <a:spcPts val="105"/>
              </a:spcBef>
            </a:pPr>
            <a:r>
              <a:rPr dirty="0" sz="1700" spc="-50">
                <a:solidFill>
                  <a:srgbClr val="0000FF"/>
                </a:solidFill>
                <a:latin typeface="Symbol"/>
                <a:cs typeface="Symbol"/>
              </a:rPr>
              <a:t></a:t>
            </a:r>
            <a:endParaRPr sz="1700">
              <a:latin typeface="Symbol"/>
              <a:cs typeface="Symbol"/>
            </a:endParaRPr>
          </a:p>
          <a:p>
            <a:pPr marL="38100">
              <a:lnSpc>
                <a:spcPts val="1955"/>
              </a:lnSpc>
            </a:pPr>
            <a:r>
              <a:rPr dirty="0" baseline="-3267" sz="2550" spc="-37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r>
              <a:rPr dirty="0" sz="1700" spc="-25">
                <a:solidFill>
                  <a:srgbClr val="0000FF"/>
                </a:solidFill>
                <a:latin typeface="Symbol"/>
                <a:cs typeface="Symbol"/>
              </a:rPr>
              <a:t></a:t>
            </a:r>
            <a:r>
              <a:rPr dirty="0" baseline="-14705" sz="2550" spc="-37">
                <a:solidFill>
                  <a:srgbClr val="0000FF"/>
                </a:solidFill>
                <a:latin typeface="Symbol"/>
                <a:cs typeface="Symbol"/>
              </a:rPr>
              <a:t></a:t>
            </a:r>
            <a:endParaRPr baseline="-14705" sz="2550">
              <a:latin typeface="Symbol"/>
              <a:cs typeface="Symbol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6503669" y="4818126"/>
            <a:ext cx="108585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50">
                <a:solidFill>
                  <a:srgbClr val="0000FF"/>
                </a:solidFill>
                <a:latin typeface="Symbol"/>
                <a:cs typeface="Symbol"/>
              </a:rPr>
              <a:t></a:t>
            </a:r>
            <a:endParaRPr sz="1700">
              <a:latin typeface="Symbol"/>
              <a:cs typeface="Symbol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6503669" y="4968595"/>
            <a:ext cx="1423670" cy="979169"/>
          </a:xfrm>
          <a:prstGeom prst="rect">
            <a:avLst/>
          </a:prstGeom>
        </p:spPr>
        <p:txBody>
          <a:bodyPr wrap="square" lIns="0" tIns="6858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540"/>
              </a:spcBef>
              <a:tabLst>
                <a:tab pos="383540" algn="l"/>
                <a:tab pos="789305" algn="l"/>
                <a:tab pos="1186815" algn="l"/>
              </a:tabLst>
            </a:pPr>
            <a:r>
              <a:rPr dirty="0" sz="1700" spc="-25">
                <a:solidFill>
                  <a:srgbClr val="0000FF"/>
                </a:solidFill>
                <a:latin typeface="Symbol"/>
                <a:cs typeface="Symbol"/>
              </a:rPr>
              <a:t></a:t>
            </a:r>
            <a:r>
              <a:rPr dirty="0" sz="1700" spc="-25">
                <a:solidFill>
                  <a:srgbClr val="0000FF"/>
                </a:solidFill>
                <a:latin typeface="Times New Roman"/>
                <a:cs typeface="Times New Roman"/>
              </a:rPr>
              <a:t>5</a:t>
            </a:r>
            <a:r>
              <a:rPr dirty="0" sz="170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dirty="0" baseline="1633" sz="2550" spc="-37">
                <a:solidFill>
                  <a:srgbClr val="0000FF"/>
                </a:solidFill>
                <a:latin typeface="Times New Roman"/>
                <a:cs typeface="Times New Roman"/>
              </a:rPr>
              <a:t>12</a:t>
            </a:r>
            <a:r>
              <a:rPr dirty="0" baseline="1633" sz="255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dirty="0" baseline="1633" sz="2550" spc="-37">
                <a:solidFill>
                  <a:srgbClr val="0000FF"/>
                </a:solidFill>
                <a:latin typeface="Times New Roman"/>
                <a:cs typeface="Times New Roman"/>
              </a:rPr>
              <a:t>15</a:t>
            </a:r>
            <a:r>
              <a:rPr dirty="0" baseline="1633" sz="255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dirty="0" baseline="1633" sz="2550" spc="-37">
                <a:solidFill>
                  <a:srgbClr val="0000FF"/>
                </a:solidFill>
                <a:latin typeface="Times New Roman"/>
                <a:cs typeface="Times New Roman"/>
              </a:rPr>
              <a:t>12</a:t>
            </a:r>
            <a:endParaRPr baseline="1633" sz="2550">
              <a:latin typeface="Times New Roman"/>
              <a:cs typeface="Times New Roman"/>
            </a:endParaRPr>
          </a:p>
          <a:p>
            <a:pPr algn="r" marR="45720">
              <a:lnSpc>
                <a:spcPct val="100000"/>
              </a:lnSpc>
              <a:spcBef>
                <a:spcPts val="440"/>
              </a:spcBef>
              <a:tabLst>
                <a:tab pos="338455" algn="l"/>
                <a:tab pos="801370" algn="l"/>
              </a:tabLst>
            </a:pPr>
            <a:r>
              <a:rPr dirty="0" sz="1700" spc="-50">
                <a:solidFill>
                  <a:srgbClr val="0000FF"/>
                </a:solidFill>
                <a:latin typeface="Times New Roman"/>
                <a:cs typeface="Times New Roman"/>
              </a:rPr>
              <a:t>9</a:t>
            </a:r>
            <a:r>
              <a:rPr dirty="0" sz="170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dirty="0" sz="1700" spc="-25">
                <a:solidFill>
                  <a:srgbClr val="0000FF"/>
                </a:solidFill>
                <a:latin typeface="Times New Roman"/>
                <a:cs typeface="Times New Roman"/>
              </a:rPr>
              <a:t>12</a:t>
            </a:r>
            <a:r>
              <a:rPr dirty="0" sz="170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dirty="0" sz="1700" spc="-50">
                <a:solidFill>
                  <a:srgbClr val="0000FF"/>
                </a:solidFill>
                <a:latin typeface="Times New Roman"/>
                <a:cs typeface="Times New Roman"/>
              </a:rPr>
              <a:t>9</a:t>
            </a:r>
            <a:endParaRPr sz="1700">
              <a:latin typeface="Times New Roman"/>
              <a:cs typeface="Times New Roman"/>
            </a:endParaRPr>
          </a:p>
          <a:p>
            <a:pPr algn="r" marR="44450">
              <a:lnSpc>
                <a:spcPct val="100000"/>
              </a:lnSpc>
              <a:spcBef>
                <a:spcPts val="505"/>
              </a:spcBef>
              <a:tabLst>
                <a:tab pos="401955" algn="l"/>
                <a:tab pos="801370" algn="l"/>
              </a:tabLst>
            </a:pPr>
            <a:r>
              <a:rPr dirty="0" sz="1700" spc="-50">
                <a:solidFill>
                  <a:srgbClr val="0000FF"/>
                </a:solidFill>
                <a:latin typeface="Times New Roman"/>
                <a:cs typeface="Times New Roman"/>
              </a:rPr>
              <a:t>4</a:t>
            </a:r>
            <a:r>
              <a:rPr dirty="0" sz="170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dirty="0" sz="1700" spc="-50">
                <a:solidFill>
                  <a:srgbClr val="0000FF"/>
                </a:solidFill>
                <a:latin typeface="Times New Roman"/>
                <a:cs typeface="Times New Roman"/>
              </a:rPr>
              <a:t>5</a:t>
            </a:r>
            <a:r>
              <a:rPr dirty="0" sz="170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dirty="0" sz="1700" spc="-50">
                <a:solidFill>
                  <a:srgbClr val="0000FF"/>
                </a:solidFill>
                <a:latin typeface="Times New Roman"/>
                <a:cs typeface="Times New Roman"/>
              </a:rPr>
              <a:t>4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5147309" y="4965953"/>
            <a:ext cx="952500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baseline="3267" sz="2550" i="1">
                <a:solidFill>
                  <a:srgbClr val="0000FF"/>
                </a:solidFill>
                <a:latin typeface="Times New Roman"/>
                <a:cs typeface="Times New Roman"/>
              </a:rPr>
              <a:t>G</a:t>
            </a:r>
            <a:r>
              <a:rPr dirty="0" baseline="3267" sz="2550" spc="-22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200">
                <a:solidFill>
                  <a:srgbClr val="0000FF"/>
                </a:solidFill>
                <a:latin typeface="Symbol"/>
                <a:cs typeface="Symbol"/>
              </a:rPr>
              <a:t></a:t>
            </a:r>
            <a:r>
              <a:rPr dirty="0" baseline="3267" sz="2550" i="1">
                <a:solidFill>
                  <a:srgbClr val="0000FF"/>
                </a:solidFill>
                <a:latin typeface="Times New Roman"/>
                <a:cs typeface="Times New Roman"/>
              </a:rPr>
              <a:t>x</a:t>
            </a:r>
            <a:r>
              <a:rPr dirty="0" baseline="3267" sz="2550" spc="-127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3267" sz="2550">
                <a:solidFill>
                  <a:srgbClr val="0000FF"/>
                </a:solidFill>
                <a:latin typeface="Times New Roman"/>
                <a:cs typeface="Times New Roman"/>
              </a:rPr>
              <a:t>,</a:t>
            </a:r>
            <a:r>
              <a:rPr dirty="0" baseline="3267" sz="2550" spc="-217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3267" sz="2550" i="1">
                <a:solidFill>
                  <a:srgbClr val="0000FF"/>
                </a:solidFill>
                <a:latin typeface="Times New Roman"/>
                <a:cs typeface="Times New Roman"/>
              </a:rPr>
              <a:t>y</a:t>
            </a:r>
            <a:r>
              <a:rPr dirty="0" baseline="3267" sz="2550" spc="37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200" spc="65">
                <a:solidFill>
                  <a:srgbClr val="0000FF"/>
                </a:solidFill>
                <a:latin typeface="Symbol"/>
                <a:cs typeface="Symbol"/>
              </a:rPr>
              <a:t></a:t>
            </a:r>
            <a:r>
              <a:rPr dirty="0" baseline="3267" sz="2550" spc="97">
                <a:solidFill>
                  <a:srgbClr val="0000FF"/>
                </a:solidFill>
                <a:latin typeface="Symbol"/>
                <a:cs typeface="Symbol"/>
              </a:rPr>
              <a:t></a:t>
            </a:r>
            <a:endParaRPr baseline="3267" sz="2550">
              <a:latin typeface="Symbol"/>
              <a:cs typeface="Symbol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6104890" y="5187188"/>
            <a:ext cx="635635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700">
                <a:solidFill>
                  <a:srgbClr val="0000FF"/>
                </a:solidFill>
                <a:latin typeface="Times New Roman"/>
                <a:cs typeface="Times New Roman"/>
              </a:rPr>
              <a:t>159</a:t>
            </a:r>
            <a:r>
              <a:rPr dirty="0" sz="1700" spc="-5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-8169" sz="2550" spc="-37">
                <a:solidFill>
                  <a:srgbClr val="0000FF"/>
                </a:solidFill>
                <a:latin typeface="Symbol"/>
                <a:cs typeface="Symbol"/>
              </a:rPr>
              <a:t></a:t>
            </a:r>
            <a:r>
              <a:rPr dirty="0" baseline="-34313" sz="2550" spc="-37">
                <a:solidFill>
                  <a:srgbClr val="0000FF"/>
                </a:solidFill>
                <a:latin typeface="Times New Roman"/>
                <a:cs typeface="Times New Roman"/>
              </a:rPr>
              <a:t>4</a:t>
            </a:r>
            <a:endParaRPr baseline="-34313" sz="2550">
              <a:latin typeface="Times New Roman"/>
              <a:cs typeface="Times New Roman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6478778" y="5431028"/>
            <a:ext cx="251460" cy="539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ts val="2014"/>
              </a:lnSpc>
              <a:spcBef>
                <a:spcPts val="105"/>
              </a:spcBef>
            </a:pPr>
            <a:r>
              <a:rPr dirty="0" sz="1700" spc="-50">
                <a:solidFill>
                  <a:srgbClr val="0000FF"/>
                </a:solidFill>
                <a:latin typeface="Symbol"/>
                <a:cs typeface="Symbol"/>
              </a:rPr>
              <a:t></a:t>
            </a:r>
            <a:endParaRPr sz="1700">
              <a:latin typeface="Symbol"/>
              <a:cs typeface="Symbol"/>
            </a:endParaRPr>
          </a:p>
          <a:p>
            <a:pPr marL="38100">
              <a:lnSpc>
                <a:spcPts val="2014"/>
              </a:lnSpc>
            </a:pPr>
            <a:r>
              <a:rPr dirty="0" baseline="-9803" sz="2550" spc="-37">
                <a:solidFill>
                  <a:srgbClr val="0000FF"/>
                </a:solidFill>
                <a:latin typeface="Symbol"/>
                <a:cs typeface="Symbol"/>
              </a:rPr>
              <a:t></a:t>
            </a:r>
            <a:r>
              <a:rPr dirty="0" sz="1700" spc="-25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endParaRPr sz="1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568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Canny</a:t>
            </a:r>
            <a:r>
              <a:rPr dirty="0" spc="-220"/>
              <a:t> </a:t>
            </a:r>
            <a:r>
              <a:rPr dirty="0"/>
              <a:t>Edge</a:t>
            </a:r>
            <a:r>
              <a:rPr dirty="0" spc="-215"/>
              <a:t> </a:t>
            </a:r>
            <a:r>
              <a:rPr dirty="0" spc="-10"/>
              <a:t>Detector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834639" y="1518665"/>
            <a:ext cx="4060190" cy="2578735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380365" indent="-342265">
              <a:lnSpc>
                <a:spcPct val="100000"/>
              </a:lnSpc>
              <a:spcBef>
                <a:spcPts val="700"/>
              </a:spcBef>
              <a:buFont typeface="Trebuchet MS"/>
              <a:buChar char="•"/>
              <a:tabLst>
                <a:tab pos="380365" algn="l"/>
              </a:tabLst>
            </a:pPr>
            <a:r>
              <a:rPr dirty="0" sz="2400">
                <a:latin typeface="Times New Roman"/>
                <a:cs typeface="Times New Roman"/>
              </a:rPr>
              <a:t>Canny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– </a:t>
            </a:r>
            <a:r>
              <a:rPr dirty="0" sz="2400" spc="-10">
                <a:latin typeface="Times New Roman"/>
                <a:cs typeface="Times New Roman"/>
              </a:rPr>
              <a:t>Gradient:</a:t>
            </a:r>
            <a:endParaRPr sz="2400">
              <a:latin typeface="Times New Roman"/>
              <a:cs typeface="Times New Roman"/>
            </a:endParaRPr>
          </a:p>
          <a:p>
            <a:pPr lvl="1" marL="781685" indent="-286385">
              <a:lnSpc>
                <a:spcPct val="100000"/>
              </a:lnSpc>
              <a:spcBef>
                <a:spcPts val="600"/>
              </a:spcBef>
              <a:buFont typeface="Trebuchet MS"/>
              <a:buChar char="–"/>
              <a:tabLst>
                <a:tab pos="781685" algn="l"/>
              </a:tabLst>
            </a:pPr>
            <a:r>
              <a:rPr dirty="0" sz="2400">
                <a:latin typeface="Times New Roman"/>
                <a:cs typeface="Times New Roman"/>
              </a:rPr>
              <a:t>Using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any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gradient</a:t>
            </a:r>
            <a:r>
              <a:rPr dirty="0" sz="2400" spc="-5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kernel:</a:t>
            </a:r>
            <a:endParaRPr sz="2400">
              <a:latin typeface="Times New Roman"/>
              <a:cs typeface="Times New Roman"/>
            </a:endParaRPr>
          </a:p>
          <a:p>
            <a:pPr algn="r" marR="118745">
              <a:lnSpc>
                <a:spcPct val="100000"/>
              </a:lnSpc>
              <a:spcBef>
                <a:spcPts val="905"/>
              </a:spcBef>
              <a:tabLst>
                <a:tab pos="2023745" algn="l"/>
              </a:tabLst>
            </a:pPr>
            <a:r>
              <a:rPr dirty="0" baseline="3267" sz="2550" i="1">
                <a:solidFill>
                  <a:srgbClr val="0000FF"/>
                </a:solidFill>
                <a:latin typeface="Times New Roman"/>
                <a:cs typeface="Times New Roman"/>
              </a:rPr>
              <a:t>g</a:t>
            </a:r>
            <a:r>
              <a:rPr dirty="0" baseline="-17543" sz="1425" i="1">
                <a:solidFill>
                  <a:srgbClr val="0000FF"/>
                </a:solidFill>
                <a:latin typeface="Times New Roman"/>
                <a:cs typeface="Times New Roman"/>
              </a:rPr>
              <a:t>x</a:t>
            </a:r>
            <a:r>
              <a:rPr dirty="0" baseline="-17543" sz="1425" spc="585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200">
                <a:solidFill>
                  <a:srgbClr val="0000FF"/>
                </a:solidFill>
                <a:latin typeface="Symbol"/>
                <a:cs typeface="Symbol"/>
              </a:rPr>
              <a:t></a:t>
            </a:r>
            <a:r>
              <a:rPr dirty="0" baseline="3267" sz="2550" i="1">
                <a:solidFill>
                  <a:srgbClr val="0000FF"/>
                </a:solidFill>
                <a:latin typeface="Times New Roman"/>
                <a:cs typeface="Times New Roman"/>
              </a:rPr>
              <a:t>x</a:t>
            </a:r>
            <a:r>
              <a:rPr dirty="0" baseline="3267" sz="2550" spc="-112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3267" sz="2550">
                <a:solidFill>
                  <a:srgbClr val="0000FF"/>
                </a:solidFill>
                <a:latin typeface="Times New Roman"/>
                <a:cs typeface="Times New Roman"/>
              </a:rPr>
              <a:t>,</a:t>
            </a:r>
            <a:r>
              <a:rPr dirty="0" baseline="3267" sz="2550" spc="-209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3267" sz="2550" i="1">
                <a:solidFill>
                  <a:srgbClr val="0000FF"/>
                </a:solidFill>
                <a:latin typeface="Times New Roman"/>
                <a:cs typeface="Times New Roman"/>
              </a:rPr>
              <a:t>y</a:t>
            </a:r>
            <a:r>
              <a:rPr dirty="0" baseline="3267" sz="2550" spc="60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200" spc="105">
                <a:solidFill>
                  <a:srgbClr val="0000FF"/>
                </a:solidFill>
                <a:latin typeface="Symbol"/>
                <a:cs typeface="Symbol"/>
              </a:rPr>
              <a:t></a:t>
            </a:r>
            <a:r>
              <a:rPr dirty="0" baseline="3267" sz="2550" spc="157">
                <a:solidFill>
                  <a:srgbClr val="0000FF"/>
                </a:solidFill>
                <a:latin typeface="Symbol"/>
                <a:cs typeface="Symbol"/>
              </a:rPr>
              <a:t></a:t>
            </a:r>
            <a:r>
              <a:rPr dirty="0" baseline="3267" sz="2550" spc="-39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3267" sz="2550" spc="-30" i="1">
                <a:solidFill>
                  <a:srgbClr val="0000FF"/>
                </a:solidFill>
                <a:latin typeface="Times New Roman"/>
                <a:cs typeface="Times New Roman"/>
              </a:rPr>
              <a:t>w</a:t>
            </a:r>
            <a:r>
              <a:rPr dirty="0" baseline="3267" sz="2550" spc="-142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-17543" sz="1425" i="1">
                <a:solidFill>
                  <a:srgbClr val="0000FF"/>
                </a:solidFill>
                <a:latin typeface="Times New Roman"/>
                <a:cs typeface="Times New Roman"/>
              </a:rPr>
              <a:t>x</a:t>
            </a:r>
            <a:r>
              <a:rPr dirty="0" baseline="-17543" sz="1425" spc="494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200">
                <a:solidFill>
                  <a:srgbClr val="0000FF"/>
                </a:solidFill>
                <a:latin typeface="Symbol"/>
                <a:cs typeface="Symbol"/>
              </a:rPr>
              <a:t></a:t>
            </a:r>
            <a:r>
              <a:rPr dirty="0" baseline="3267" sz="2550" i="1">
                <a:solidFill>
                  <a:srgbClr val="0000FF"/>
                </a:solidFill>
                <a:latin typeface="Times New Roman"/>
                <a:cs typeface="Times New Roman"/>
              </a:rPr>
              <a:t>x</a:t>
            </a:r>
            <a:r>
              <a:rPr dirty="0" baseline="3267" sz="2550" spc="-112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3267" sz="2550">
                <a:solidFill>
                  <a:srgbClr val="0000FF"/>
                </a:solidFill>
                <a:latin typeface="Times New Roman"/>
                <a:cs typeface="Times New Roman"/>
              </a:rPr>
              <a:t>,</a:t>
            </a:r>
            <a:r>
              <a:rPr dirty="0" baseline="3267" sz="2550" spc="-209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3267" sz="2550" i="1">
                <a:solidFill>
                  <a:srgbClr val="0000FF"/>
                </a:solidFill>
                <a:latin typeface="Times New Roman"/>
                <a:cs typeface="Times New Roman"/>
              </a:rPr>
              <a:t>y</a:t>
            </a:r>
            <a:r>
              <a:rPr dirty="0" baseline="3267" sz="2550" spc="52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200" spc="-50">
                <a:solidFill>
                  <a:srgbClr val="0000FF"/>
                </a:solidFill>
                <a:latin typeface="Symbol"/>
                <a:cs typeface="Symbol"/>
              </a:rPr>
              <a:t></a:t>
            </a:r>
            <a:r>
              <a:rPr dirty="0" sz="220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dirty="0" baseline="3267" sz="2550" spc="-15" i="1">
                <a:solidFill>
                  <a:srgbClr val="0000FF"/>
                </a:solidFill>
                <a:latin typeface="Times New Roman"/>
                <a:cs typeface="Times New Roman"/>
              </a:rPr>
              <a:t>f</a:t>
            </a:r>
            <a:r>
              <a:rPr dirty="0" baseline="3267" sz="2550" spc="-179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-17543" sz="1425" i="1">
                <a:solidFill>
                  <a:srgbClr val="0000FF"/>
                </a:solidFill>
                <a:latin typeface="Times New Roman"/>
                <a:cs typeface="Times New Roman"/>
              </a:rPr>
              <a:t>s</a:t>
            </a:r>
            <a:r>
              <a:rPr dirty="0" baseline="-17543" sz="1425" spc="307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200" spc="-10">
                <a:solidFill>
                  <a:srgbClr val="0000FF"/>
                </a:solidFill>
                <a:latin typeface="Symbol"/>
                <a:cs typeface="Symbol"/>
              </a:rPr>
              <a:t></a:t>
            </a:r>
            <a:r>
              <a:rPr dirty="0" baseline="3267" sz="2550" spc="-15" i="1">
                <a:solidFill>
                  <a:srgbClr val="0000FF"/>
                </a:solidFill>
                <a:latin typeface="Times New Roman"/>
                <a:cs typeface="Times New Roman"/>
              </a:rPr>
              <a:t>x</a:t>
            </a:r>
            <a:r>
              <a:rPr dirty="0" baseline="3267" sz="2550" spc="-127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3267" sz="2550">
                <a:solidFill>
                  <a:srgbClr val="0000FF"/>
                </a:solidFill>
                <a:latin typeface="Times New Roman"/>
                <a:cs typeface="Times New Roman"/>
              </a:rPr>
              <a:t>,</a:t>
            </a:r>
            <a:r>
              <a:rPr dirty="0" baseline="3267" sz="2550" spc="-232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3267" sz="2550" i="1">
                <a:solidFill>
                  <a:srgbClr val="0000FF"/>
                </a:solidFill>
                <a:latin typeface="Times New Roman"/>
                <a:cs typeface="Times New Roman"/>
              </a:rPr>
              <a:t>y</a:t>
            </a:r>
            <a:r>
              <a:rPr dirty="0" baseline="3267" sz="2550" spc="60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200" spc="-50">
                <a:solidFill>
                  <a:srgbClr val="0000FF"/>
                </a:solidFill>
                <a:latin typeface="Symbol"/>
                <a:cs typeface="Symbol"/>
              </a:rPr>
              <a:t></a:t>
            </a:r>
            <a:endParaRPr sz="2200">
              <a:latin typeface="Symbol"/>
              <a:cs typeface="Symbol"/>
            </a:endParaRPr>
          </a:p>
          <a:p>
            <a:pPr algn="r" marR="53340">
              <a:lnSpc>
                <a:spcPct val="100000"/>
              </a:lnSpc>
              <a:spcBef>
                <a:spcPts val="195"/>
              </a:spcBef>
              <a:tabLst>
                <a:tab pos="2034539" algn="l"/>
              </a:tabLst>
            </a:pPr>
            <a:r>
              <a:rPr dirty="0" baseline="3267" sz="2550" i="1">
                <a:solidFill>
                  <a:srgbClr val="0000FF"/>
                </a:solidFill>
                <a:latin typeface="Times New Roman"/>
                <a:cs typeface="Times New Roman"/>
              </a:rPr>
              <a:t>g</a:t>
            </a:r>
            <a:r>
              <a:rPr dirty="0" baseline="3267" sz="2550" spc="-300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-17543" sz="1425" i="1">
                <a:solidFill>
                  <a:srgbClr val="0000FF"/>
                </a:solidFill>
                <a:latin typeface="Times New Roman"/>
                <a:cs typeface="Times New Roman"/>
              </a:rPr>
              <a:t>y</a:t>
            </a:r>
            <a:r>
              <a:rPr dirty="0" baseline="-17543" sz="1425" spc="412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200">
                <a:solidFill>
                  <a:srgbClr val="0000FF"/>
                </a:solidFill>
                <a:latin typeface="Symbol"/>
                <a:cs typeface="Symbol"/>
              </a:rPr>
              <a:t></a:t>
            </a:r>
            <a:r>
              <a:rPr dirty="0" baseline="3267" sz="2550" i="1">
                <a:solidFill>
                  <a:srgbClr val="0000FF"/>
                </a:solidFill>
                <a:latin typeface="Times New Roman"/>
                <a:cs typeface="Times New Roman"/>
              </a:rPr>
              <a:t>x</a:t>
            </a:r>
            <a:r>
              <a:rPr dirty="0" baseline="3267" sz="2550" spc="-127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3267" sz="2550">
                <a:solidFill>
                  <a:srgbClr val="0000FF"/>
                </a:solidFill>
                <a:latin typeface="Times New Roman"/>
                <a:cs typeface="Times New Roman"/>
              </a:rPr>
              <a:t>,</a:t>
            </a:r>
            <a:r>
              <a:rPr dirty="0" baseline="3267" sz="2550" spc="-217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3267" sz="2550" i="1">
                <a:solidFill>
                  <a:srgbClr val="0000FF"/>
                </a:solidFill>
                <a:latin typeface="Times New Roman"/>
                <a:cs typeface="Times New Roman"/>
              </a:rPr>
              <a:t>y</a:t>
            </a:r>
            <a:r>
              <a:rPr dirty="0" baseline="3267" sz="2550" spc="37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200" spc="100">
                <a:solidFill>
                  <a:srgbClr val="0000FF"/>
                </a:solidFill>
                <a:latin typeface="Symbol"/>
                <a:cs typeface="Symbol"/>
              </a:rPr>
              <a:t></a:t>
            </a:r>
            <a:r>
              <a:rPr dirty="0" baseline="3267" sz="2550" spc="150">
                <a:solidFill>
                  <a:srgbClr val="0000FF"/>
                </a:solidFill>
                <a:latin typeface="Symbol"/>
                <a:cs typeface="Symbol"/>
              </a:rPr>
              <a:t></a:t>
            </a:r>
            <a:r>
              <a:rPr dirty="0" baseline="3267" sz="2550" spc="-367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3267" sz="2550" i="1">
                <a:solidFill>
                  <a:srgbClr val="0000FF"/>
                </a:solidFill>
                <a:latin typeface="Times New Roman"/>
                <a:cs typeface="Times New Roman"/>
              </a:rPr>
              <a:t>w</a:t>
            </a:r>
            <a:r>
              <a:rPr dirty="0" baseline="3267" sz="2550" spc="-104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-17543" sz="1425" i="1">
                <a:solidFill>
                  <a:srgbClr val="0000FF"/>
                </a:solidFill>
                <a:latin typeface="Times New Roman"/>
                <a:cs typeface="Times New Roman"/>
              </a:rPr>
              <a:t>y</a:t>
            </a:r>
            <a:r>
              <a:rPr dirty="0" baseline="-17543" sz="1425" spc="465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200">
                <a:solidFill>
                  <a:srgbClr val="0000FF"/>
                </a:solidFill>
                <a:latin typeface="Symbol"/>
                <a:cs typeface="Symbol"/>
              </a:rPr>
              <a:t></a:t>
            </a:r>
            <a:r>
              <a:rPr dirty="0" baseline="3267" sz="2550" i="1">
                <a:solidFill>
                  <a:srgbClr val="0000FF"/>
                </a:solidFill>
                <a:latin typeface="Times New Roman"/>
                <a:cs typeface="Times New Roman"/>
              </a:rPr>
              <a:t>x</a:t>
            </a:r>
            <a:r>
              <a:rPr dirty="0" baseline="3267" sz="2550" spc="-120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3267" sz="2550">
                <a:solidFill>
                  <a:srgbClr val="0000FF"/>
                </a:solidFill>
                <a:latin typeface="Times New Roman"/>
                <a:cs typeface="Times New Roman"/>
              </a:rPr>
              <a:t>,</a:t>
            </a:r>
            <a:r>
              <a:rPr dirty="0" baseline="3267" sz="2550" spc="-217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3267" sz="2550" i="1">
                <a:solidFill>
                  <a:srgbClr val="0000FF"/>
                </a:solidFill>
                <a:latin typeface="Times New Roman"/>
                <a:cs typeface="Times New Roman"/>
              </a:rPr>
              <a:t>y</a:t>
            </a:r>
            <a:r>
              <a:rPr dirty="0" baseline="3267" sz="2550" spc="30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200" spc="-50">
                <a:solidFill>
                  <a:srgbClr val="0000FF"/>
                </a:solidFill>
                <a:latin typeface="Symbol"/>
                <a:cs typeface="Symbol"/>
              </a:rPr>
              <a:t></a:t>
            </a:r>
            <a:r>
              <a:rPr dirty="0" sz="220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dirty="0" baseline="3267" sz="2550" spc="-15" i="1">
                <a:solidFill>
                  <a:srgbClr val="0000FF"/>
                </a:solidFill>
                <a:latin typeface="Times New Roman"/>
                <a:cs typeface="Times New Roman"/>
              </a:rPr>
              <a:t>f</a:t>
            </a:r>
            <a:r>
              <a:rPr dirty="0" baseline="3267" sz="2550" spc="-179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-17543" sz="1425" i="1">
                <a:solidFill>
                  <a:srgbClr val="0000FF"/>
                </a:solidFill>
                <a:latin typeface="Times New Roman"/>
                <a:cs typeface="Times New Roman"/>
              </a:rPr>
              <a:t>s</a:t>
            </a:r>
            <a:r>
              <a:rPr dirty="0" baseline="-17543" sz="1425" spc="307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200" spc="-10">
                <a:solidFill>
                  <a:srgbClr val="0000FF"/>
                </a:solidFill>
                <a:latin typeface="Symbol"/>
                <a:cs typeface="Symbol"/>
              </a:rPr>
              <a:t></a:t>
            </a:r>
            <a:r>
              <a:rPr dirty="0" baseline="3267" sz="2550" spc="-15" i="1">
                <a:solidFill>
                  <a:srgbClr val="0000FF"/>
                </a:solidFill>
                <a:latin typeface="Times New Roman"/>
                <a:cs typeface="Times New Roman"/>
              </a:rPr>
              <a:t>x</a:t>
            </a:r>
            <a:r>
              <a:rPr dirty="0" baseline="3267" sz="2550" spc="-127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3267" sz="2550">
                <a:solidFill>
                  <a:srgbClr val="0000FF"/>
                </a:solidFill>
                <a:latin typeface="Times New Roman"/>
                <a:cs typeface="Times New Roman"/>
              </a:rPr>
              <a:t>,</a:t>
            </a:r>
            <a:r>
              <a:rPr dirty="0" baseline="3267" sz="2550" spc="-232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3267" sz="2550" i="1">
                <a:solidFill>
                  <a:srgbClr val="0000FF"/>
                </a:solidFill>
                <a:latin typeface="Times New Roman"/>
                <a:cs typeface="Times New Roman"/>
              </a:rPr>
              <a:t>y</a:t>
            </a:r>
            <a:r>
              <a:rPr dirty="0" baseline="3267" sz="2550" spc="60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200" spc="-50">
                <a:solidFill>
                  <a:srgbClr val="0000FF"/>
                </a:solidFill>
                <a:latin typeface="Symbol"/>
                <a:cs typeface="Symbol"/>
              </a:rPr>
              <a:t></a:t>
            </a:r>
            <a:endParaRPr sz="2200">
              <a:latin typeface="Symbol"/>
              <a:cs typeface="Symbol"/>
            </a:endParaRPr>
          </a:p>
          <a:p>
            <a:pPr algn="r" lvl="1" marL="286385" marR="118110" indent="-286385">
              <a:lnSpc>
                <a:spcPct val="100000"/>
              </a:lnSpc>
              <a:spcBef>
                <a:spcPts val="509"/>
              </a:spcBef>
              <a:buFont typeface="Trebuchet MS"/>
              <a:buChar char="–"/>
              <a:tabLst>
                <a:tab pos="286385" algn="l"/>
              </a:tabLst>
            </a:pPr>
            <a:r>
              <a:rPr dirty="0" sz="2400">
                <a:latin typeface="Times New Roman"/>
                <a:cs typeface="Times New Roman"/>
              </a:rPr>
              <a:t>Practical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Implementation:</a:t>
            </a:r>
            <a:endParaRPr sz="2400">
              <a:latin typeface="Times New Roman"/>
              <a:cs typeface="Times New Roman"/>
            </a:endParaRPr>
          </a:p>
          <a:p>
            <a:pPr lvl="2" marL="1179195" indent="-226695">
              <a:lnSpc>
                <a:spcPct val="100000"/>
              </a:lnSpc>
              <a:spcBef>
                <a:spcPts val="490"/>
              </a:spcBef>
              <a:buFont typeface="Trebuchet MS"/>
              <a:buChar char="•"/>
              <a:tabLst>
                <a:tab pos="1179195" algn="l"/>
              </a:tabLst>
            </a:pPr>
            <a:r>
              <a:rPr dirty="0" sz="2400">
                <a:latin typeface="Times New Roman"/>
                <a:cs typeface="Times New Roman"/>
              </a:rPr>
              <a:t>Sobel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Kernel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23203" y="2682239"/>
            <a:ext cx="867155" cy="240791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5396" y="3048000"/>
            <a:ext cx="867155" cy="240791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6186170" y="4842509"/>
            <a:ext cx="508634" cy="3238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1950" spc="-20">
                <a:solidFill>
                  <a:srgbClr val="0000FF"/>
                </a:solidFill>
                <a:latin typeface="Symbol"/>
                <a:cs typeface="Symbol"/>
              </a:rPr>
              <a:t></a:t>
            </a:r>
            <a:r>
              <a:rPr dirty="0" sz="1950" spc="-20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r>
              <a:rPr dirty="0" baseline="19943" sz="2925" spc="-30">
                <a:solidFill>
                  <a:srgbClr val="0000FF"/>
                </a:solidFill>
                <a:latin typeface="Symbol"/>
                <a:cs typeface="Symbol"/>
              </a:rPr>
              <a:t></a:t>
            </a:r>
            <a:r>
              <a:rPr dirty="0" sz="1950" spc="-20">
                <a:solidFill>
                  <a:srgbClr val="0000FF"/>
                </a:solidFill>
                <a:latin typeface="Times New Roman"/>
                <a:cs typeface="Times New Roman"/>
              </a:rPr>
              <a:t>,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3" name="object 1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3956303" y="4470856"/>
            <a:ext cx="2749550" cy="1060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316355">
              <a:lnSpc>
                <a:spcPts val="2014"/>
              </a:lnSpc>
              <a:spcBef>
                <a:spcPts val="105"/>
              </a:spcBef>
              <a:tabLst>
                <a:tab pos="1911985" algn="l"/>
                <a:tab pos="2278380" algn="l"/>
              </a:tabLst>
            </a:pPr>
            <a:r>
              <a:rPr dirty="0" baseline="-4273" sz="2925" spc="-37">
                <a:solidFill>
                  <a:srgbClr val="0000FF"/>
                </a:solidFill>
                <a:latin typeface="Symbol"/>
                <a:cs typeface="Symbol"/>
              </a:rPr>
              <a:t></a:t>
            </a:r>
            <a:r>
              <a:rPr dirty="0" sz="1950" spc="-25">
                <a:solidFill>
                  <a:srgbClr val="0000FF"/>
                </a:solidFill>
                <a:latin typeface="Symbol"/>
                <a:cs typeface="Symbol"/>
              </a:rPr>
              <a:t></a:t>
            </a:r>
            <a:r>
              <a:rPr dirty="0" sz="1950" spc="-25">
                <a:solidFill>
                  <a:srgbClr val="0000FF"/>
                </a:solidFill>
                <a:latin typeface="Times New Roman"/>
                <a:cs typeface="Times New Roman"/>
              </a:rPr>
              <a:t>1</a:t>
            </a:r>
            <a:r>
              <a:rPr dirty="0" sz="195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dirty="0" sz="1950" spc="-50">
                <a:solidFill>
                  <a:srgbClr val="0000FF"/>
                </a:solidFill>
                <a:latin typeface="Times New Roman"/>
                <a:cs typeface="Times New Roman"/>
              </a:rPr>
              <a:t>0</a:t>
            </a:r>
            <a:r>
              <a:rPr dirty="0" sz="195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dirty="0" sz="1950" spc="-25">
                <a:solidFill>
                  <a:srgbClr val="0000FF"/>
                </a:solidFill>
                <a:latin typeface="Symbol"/>
                <a:cs typeface="Symbol"/>
              </a:rPr>
              <a:t></a:t>
            </a:r>
            <a:r>
              <a:rPr dirty="0" sz="1950" spc="-25">
                <a:solidFill>
                  <a:srgbClr val="0000FF"/>
                </a:solidFill>
                <a:latin typeface="Times New Roman"/>
                <a:cs typeface="Times New Roman"/>
              </a:rPr>
              <a:t>1</a:t>
            </a:r>
            <a:r>
              <a:rPr dirty="0" baseline="-4273" sz="2925" spc="-37">
                <a:solidFill>
                  <a:srgbClr val="0000FF"/>
                </a:solidFill>
                <a:latin typeface="Symbol"/>
                <a:cs typeface="Symbol"/>
              </a:rPr>
              <a:t></a:t>
            </a:r>
            <a:endParaRPr baseline="-4273" sz="2925">
              <a:latin typeface="Symbol"/>
              <a:cs typeface="Symbol"/>
            </a:endParaRPr>
          </a:p>
          <a:p>
            <a:pPr marL="76200">
              <a:lnSpc>
                <a:spcPts val="2230"/>
              </a:lnSpc>
              <a:tabLst>
                <a:tab pos="1911985" algn="l"/>
              </a:tabLst>
            </a:pPr>
            <a:r>
              <a:rPr dirty="0" baseline="1424" sz="2925" i="1">
                <a:solidFill>
                  <a:srgbClr val="0000FF"/>
                </a:solidFill>
                <a:latin typeface="Times New Roman"/>
                <a:cs typeface="Times New Roman"/>
              </a:rPr>
              <a:t>w</a:t>
            </a:r>
            <a:r>
              <a:rPr dirty="0" baseline="1424" sz="2925" spc="-209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-17676" sz="1650" i="1">
                <a:solidFill>
                  <a:srgbClr val="0000FF"/>
                </a:solidFill>
                <a:latin typeface="Times New Roman"/>
                <a:cs typeface="Times New Roman"/>
              </a:rPr>
              <a:t>x</a:t>
            </a:r>
            <a:r>
              <a:rPr dirty="0" baseline="-17676" sz="1650" spc="525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500" spc="-20">
                <a:solidFill>
                  <a:srgbClr val="0000FF"/>
                </a:solidFill>
                <a:latin typeface="Symbol"/>
                <a:cs typeface="Symbol"/>
              </a:rPr>
              <a:t></a:t>
            </a:r>
            <a:r>
              <a:rPr dirty="0" baseline="1424" sz="2925" spc="-30" i="1">
                <a:solidFill>
                  <a:srgbClr val="0000FF"/>
                </a:solidFill>
                <a:latin typeface="Times New Roman"/>
                <a:cs typeface="Times New Roman"/>
              </a:rPr>
              <a:t>x</a:t>
            </a:r>
            <a:r>
              <a:rPr dirty="0" baseline="1424" sz="2925" spc="-150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1424" sz="2925">
                <a:solidFill>
                  <a:srgbClr val="0000FF"/>
                </a:solidFill>
                <a:latin typeface="Times New Roman"/>
                <a:cs typeface="Times New Roman"/>
              </a:rPr>
              <a:t>,</a:t>
            </a:r>
            <a:r>
              <a:rPr dirty="0" baseline="1424" sz="2925" spc="-277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1424" sz="2925" i="1">
                <a:solidFill>
                  <a:srgbClr val="0000FF"/>
                </a:solidFill>
                <a:latin typeface="Times New Roman"/>
                <a:cs typeface="Times New Roman"/>
              </a:rPr>
              <a:t>y</a:t>
            </a:r>
            <a:r>
              <a:rPr dirty="0" baseline="1424" sz="2925" spc="52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500" spc="125">
                <a:solidFill>
                  <a:srgbClr val="0000FF"/>
                </a:solidFill>
                <a:latin typeface="Symbol"/>
                <a:cs typeface="Symbol"/>
              </a:rPr>
              <a:t></a:t>
            </a:r>
            <a:r>
              <a:rPr dirty="0" baseline="1424" sz="2925" spc="187">
                <a:solidFill>
                  <a:srgbClr val="0000FF"/>
                </a:solidFill>
                <a:latin typeface="Symbol"/>
                <a:cs typeface="Symbol"/>
              </a:rPr>
              <a:t></a:t>
            </a:r>
            <a:r>
              <a:rPr dirty="0" baseline="1424" sz="2925" spc="3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21367" sz="2925" spc="-37">
                <a:solidFill>
                  <a:srgbClr val="0000FF"/>
                </a:solidFill>
                <a:latin typeface="Symbol"/>
                <a:cs typeface="Symbol"/>
              </a:rPr>
              <a:t></a:t>
            </a:r>
            <a:r>
              <a:rPr dirty="0" baseline="1424" sz="2925" spc="-37">
                <a:solidFill>
                  <a:srgbClr val="0000FF"/>
                </a:solidFill>
                <a:latin typeface="Symbol"/>
                <a:cs typeface="Symbol"/>
              </a:rPr>
              <a:t></a:t>
            </a:r>
            <a:r>
              <a:rPr dirty="0" baseline="1424" sz="2925" spc="-37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r>
              <a:rPr dirty="0" baseline="1424" sz="2925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dirty="0" baseline="1424" sz="2925" spc="-75">
                <a:solidFill>
                  <a:srgbClr val="0000FF"/>
                </a:solidFill>
                <a:latin typeface="Times New Roman"/>
                <a:cs typeface="Times New Roman"/>
              </a:rPr>
              <a:t>0</a:t>
            </a:r>
            <a:endParaRPr baseline="1424" sz="2925">
              <a:latin typeface="Times New Roman"/>
              <a:cs typeface="Times New Roman"/>
            </a:endParaRPr>
          </a:p>
          <a:p>
            <a:pPr marL="1316355">
              <a:lnSpc>
                <a:spcPts val="1725"/>
              </a:lnSpc>
              <a:tabLst>
                <a:tab pos="2535555" algn="l"/>
              </a:tabLst>
            </a:pPr>
            <a:r>
              <a:rPr dirty="0" sz="1950" spc="-50">
                <a:solidFill>
                  <a:srgbClr val="0000FF"/>
                </a:solidFill>
                <a:latin typeface="Symbol"/>
                <a:cs typeface="Symbol"/>
              </a:rPr>
              <a:t></a:t>
            </a:r>
            <a:r>
              <a:rPr dirty="0" sz="195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dirty="0" sz="1950" spc="-50">
                <a:solidFill>
                  <a:srgbClr val="0000FF"/>
                </a:solidFill>
                <a:latin typeface="Symbol"/>
                <a:cs typeface="Symbol"/>
              </a:rPr>
              <a:t></a:t>
            </a:r>
            <a:endParaRPr sz="1950">
              <a:latin typeface="Symbol"/>
              <a:cs typeface="Symbol"/>
            </a:endParaRPr>
          </a:p>
          <a:p>
            <a:pPr marL="1316355">
              <a:lnSpc>
                <a:spcPts val="2170"/>
              </a:lnSpc>
              <a:tabLst>
                <a:tab pos="1911985" algn="l"/>
                <a:tab pos="2278380" algn="l"/>
              </a:tabLst>
            </a:pPr>
            <a:r>
              <a:rPr dirty="0" sz="1950" spc="-20">
                <a:solidFill>
                  <a:srgbClr val="0000FF"/>
                </a:solidFill>
                <a:latin typeface="Symbol"/>
                <a:cs typeface="Symbol"/>
              </a:rPr>
              <a:t></a:t>
            </a:r>
            <a:r>
              <a:rPr dirty="0" baseline="-11396" sz="2925" spc="-30">
                <a:solidFill>
                  <a:srgbClr val="0000FF"/>
                </a:solidFill>
                <a:latin typeface="Symbol"/>
                <a:cs typeface="Symbol"/>
              </a:rPr>
              <a:t></a:t>
            </a:r>
            <a:r>
              <a:rPr dirty="0" sz="1950" spc="-20">
                <a:solidFill>
                  <a:srgbClr val="0000FF"/>
                </a:solidFill>
                <a:latin typeface="Symbol"/>
                <a:cs typeface="Symbol"/>
              </a:rPr>
              <a:t></a:t>
            </a:r>
            <a:r>
              <a:rPr dirty="0" sz="1950" spc="-20">
                <a:solidFill>
                  <a:srgbClr val="0000FF"/>
                </a:solidFill>
                <a:latin typeface="Times New Roman"/>
                <a:cs typeface="Times New Roman"/>
              </a:rPr>
              <a:t>1</a:t>
            </a:r>
            <a:r>
              <a:rPr dirty="0" sz="195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dirty="0" sz="1950" spc="-50">
                <a:solidFill>
                  <a:srgbClr val="0000FF"/>
                </a:solidFill>
                <a:latin typeface="Times New Roman"/>
                <a:cs typeface="Times New Roman"/>
              </a:rPr>
              <a:t>0</a:t>
            </a:r>
            <a:r>
              <a:rPr dirty="0" sz="195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dirty="0" sz="1950" spc="-20">
                <a:solidFill>
                  <a:srgbClr val="0000FF"/>
                </a:solidFill>
                <a:latin typeface="Symbol"/>
                <a:cs typeface="Symbol"/>
              </a:rPr>
              <a:t></a:t>
            </a:r>
            <a:r>
              <a:rPr dirty="0" sz="1950" spc="-20">
                <a:solidFill>
                  <a:srgbClr val="0000FF"/>
                </a:solidFill>
                <a:latin typeface="Times New Roman"/>
                <a:cs typeface="Times New Roman"/>
              </a:rPr>
              <a:t>1</a:t>
            </a:r>
            <a:r>
              <a:rPr dirty="0" sz="1950" spc="-20">
                <a:solidFill>
                  <a:srgbClr val="0000FF"/>
                </a:solidFill>
                <a:latin typeface="Symbol"/>
                <a:cs typeface="Symbol"/>
              </a:rPr>
              <a:t></a:t>
            </a:r>
            <a:r>
              <a:rPr dirty="0" baseline="-11396" sz="2925" spc="-30">
                <a:solidFill>
                  <a:srgbClr val="0000FF"/>
                </a:solidFill>
                <a:latin typeface="Symbol"/>
                <a:cs typeface="Symbol"/>
              </a:rPr>
              <a:t></a:t>
            </a:r>
            <a:endParaRPr baseline="-11396" sz="2925">
              <a:latin typeface="Symbol"/>
              <a:cs typeface="Symbo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9220834" y="4735448"/>
            <a:ext cx="363855" cy="3238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baseline="-19943" sz="2925">
                <a:solidFill>
                  <a:srgbClr val="0000FF"/>
                </a:solidFill>
                <a:latin typeface="Times New Roman"/>
                <a:cs typeface="Times New Roman"/>
              </a:rPr>
              <a:t>0</a:t>
            </a:r>
            <a:r>
              <a:rPr dirty="0" baseline="-19943" sz="2925" spc="67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1950" spc="-50">
                <a:solidFill>
                  <a:srgbClr val="0000FF"/>
                </a:solidFill>
                <a:latin typeface="Symbol"/>
                <a:cs typeface="Symbol"/>
              </a:rPr>
              <a:t></a:t>
            </a:r>
            <a:endParaRPr sz="1950">
              <a:latin typeface="Symbol"/>
              <a:cs typeface="Symbo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8113268" y="4470856"/>
            <a:ext cx="1451610" cy="3244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94995" algn="l"/>
                <a:tab pos="1088390" algn="l"/>
              </a:tabLst>
            </a:pPr>
            <a:r>
              <a:rPr dirty="0" baseline="-4273" sz="2925" spc="-37">
                <a:solidFill>
                  <a:srgbClr val="0000FF"/>
                </a:solidFill>
                <a:latin typeface="Symbol"/>
                <a:cs typeface="Symbol"/>
              </a:rPr>
              <a:t></a:t>
            </a:r>
            <a:r>
              <a:rPr dirty="0" sz="1950" spc="-25">
                <a:solidFill>
                  <a:srgbClr val="0000FF"/>
                </a:solidFill>
                <a:latin typeface="Symbol"/>
                <a:cs typeface="Symbol"/>
              </a:rPr>
              <a:t></a:t>
            </a:r>
            <a:r>
              <a:rPr dirty="0" sz="1950" spc="-25">
                <a:solidFill>
                  <a:srgbClr val="0000FF"/>
                </a:solidFill>
                <a:latin typeface="Times New Roman"/>
                <a:cs typeface="Times New Roman"/>
              </a:rPr>
              <a:t>1</a:t>
            </a:r>
            <a:r>
              <a:rPr dirty="0" sz="195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dirty="0" sz="1950" spc="-25">
                <a:solidFill>
                  <a:srgbClr val="0000FF"/>
                </a:solidFill>
                <a:latin typeface="Symbol"/>
                <a:cs typeface="Symbol"/>
              </a:rPr>
              <a:t></a:t>
            </a:r>
            <a:r>
              <a:rPr dirty="0" sz="1950" spc="-25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r>
              <a:rPr dirty="0" sz="195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dirty="0" sz="1950" spc="-25">
                <a:solidFill>
                  <a:srgbClr val="0000FF"/>
                </a:solidFill>
                <a:latin typeface="Symbol"/>
                <a:cs typeface="Symbol"/>
              </a:rPr>
              <a:t></a:t>
            </a:r>
            <a:r>
              <a:rPr dirty="0" sz="1950" spc="-25">
                <a:solidFill>
                  <a:srgbClr val="0000FF"/>
                </a:solidFill>
                <a:latin typeface="Times New Roman"/>
                <a:cs typeface="Times New Roman"/>
              </a:rPr>
              <a:t>1</a:t>
            </a:r>
            <a:r>
              <a:rPr dirty="0" baseline="-4273" sz="2925" spc="-37">
                <a:solidFill>
                  <a:srgbClr val="0000FF"/>
                </a:solidFill>
                <a:latin typeface="Symbol"/>
                <a:cs typeface="Symbol"/>
              </a:rPr>
              <a:t></a:t>
            </a:r>
            <a:endParaRPr baseline="-4273" sz="2925">
              <a:latin typeface="Symbol"/>
              <a:cs typeface="Symbo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827011" y="4686427"/>
            <a:ext cx="2109470" cy="406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1946275" algn="l"/>
              </a:tabLst>
            </a:pPr>
            <a:r>
              <a:rPr dirty="0" baseline="1424" sz="2925" i="1">
                <a:solidFill>
                  <a:srgbClr val="0000FF"/>
                </a:solidFill>
                <a:latin typeface="Times New Roman"/>
                <a:cs typeface="Times New Roman"/>
              </a:rPr>
              <a:t>w</a:t>
            </a:r>
            <a:r>
              <a:rPr dirty="0" baseline="1424" sz="2925" spc="-97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-17676" sz="1650" i="1">
                <a:solidFill>
                  <a:srgbClr val="0000FF"/>
                </a:solidFill>
                <a:latin typeface="Times New Roman"/>
                <a:cs typeface="Times New Roman"/>
              </a:rPr>
              <a:t>y</a:t>
            </a:r>
            <a:r>
              <a:rPr dirty="0" baseline="-17676" sz="1650" spc="525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500" spc="-25">
                <a:solidFill>
                  <a:srgbClr val="0000FF"/>
                </a:solidFill>
                <a:latin typeface="Symbol"/>
                <a:cs typeface="Symbol"/>
              </a:rPr>
              <a:t></a:t>
            </a:r>
            <a:r>
              <a:rPr dirty="0" baseline="1424" sz="2925" spc="-37" i="1">
                <a:solidFill>
                  <a:srgbClr val="0000FF"/>
                </a:solidFill>
                <a:latin typeface="Times New Roman"/>
                <a:cs typeface="Times New Roman"/>
              </a:rPr>
              <a:t>x</a:t>
            </a:r>
            <a:r>
              <a:rPr dirty="0" baseline="1424" sz="2925" spc="-172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1424" sz="2925">
                <a:solidFill>
                  <a:srgbClr val="0000FF"/>
                </a:solidFill>
                <a:latin typeface="Times New Roman"/>
                <a:cs typeface="Times New Roman"/>
              </a:rPr>
              <a:t>,</a:t>
            </a:r>
            <a:r>
              <a:rPr dirty="0" baseline="1424" sz="2925" spc="-262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1424" sz="2925" i="1">
                <a:solidFill>
                  <a:srgbClr val="0000FF"/>
                </a:solidFill>
                <a:latin typeface="Times New Roman"/>
                <a:cs typeface="Times New Roman"/>
              </a:rPr>
              <a:t>y</a:t>
            </a:r>
            <a:r>
              <a:rPr dirty="0" baseline="1424" sz="2925" spc="52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500" spc="120">
                <a:solidFill>
                  <a:srgbClr val="0000FF"/>
                </a:solidFill>
                <a:latin typeface="Symbol"/>
                <a:cs typeface="Symbol"/>
              </a:rPr>
              <a:t></a:t>
            </a:r>
            <a:r>
              <a:rPr dirty="0" baseline="1424" sz="2925" spc="179">
                <a:solidFill>
                  <a:srgbClr val="0000FF"/>
                </a:solidFill>
                <a:latin typeface="Symbol"/>
                <a:cs typeface="Symbol"/>
              </a:rPr>
              <a:t></a:t>
            </a:r>
            <a:r>
              <a:rPr dirty="0" baseline="1424" sz="2925" spc="37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21367" sz="2925">
                <a:solidFill>
                  <a:srgbClr val="0000FF"/>
                </a:solidFill>
                <a:latin typeface="Symbol"/>
                <a:cs typeface="Symbol"/>
              </a:rPr>
              <a:t></a:t>
            </a:r>
            <a:r>
              <a:rPr dirty="0" baseline="21367" sz="2925" spc="67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1424" sz="2925" spc="-75">
                <a:solidFill>
                  <a:srgbClr val="0000FF"/>
                </a:solidFill>
                <a:latin typeface="Times New Roman"/>
                <a:cs typeface="Times New Roman"/>
              </a:rPr>
              <a:t>0</a:t>
            </a:r>
            <a:r>
              <a:rPr dirty="0" baseline="1424" sz="2925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dirty="0" baseline="1424" sz="2925" spc="-75">
                <a:solidFill>
                  <a:srgbClr val="0000FF"/>
                </a:solidFill>
                <a:latin typeface="Times New Roman"/>
                <a:cs typeface="Times New Roman"/>
              </a:rPr>
              <a:t>0</a:t>
            </a:r>
            <a:endParaRPr baseline="1424" sz="2925">
              <a:latin typeface="Times New Roman"/>
              <a:cs typeface="Times New Roman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8113268" y="4953127"/>
            <a:ext cx="121285" cy="3238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950" spc="-50">
                <a:solidFill>
                  <a:srgbClr val="0000FF"/>
                </a:solidFill>
                <a:latin typeface="Symbol"/>
                <a:cs typeface="Symbol"/>
              </a:rPr>
              <a:t></a:t>
            </a:r>
            <a:endParaRPr sz="1950">
              <a:latin typeface="Symbol"/>
              <a:cs typeface="Symbo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8075168" y="4953127"/>
            <a:ext cx="1523365" cy="5784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r" marR="43180">
              <a:lnSpc>
                <a:spcPts val="2170"/>
              </a:lnSpc>
              <a:spcBef>
                <a:spcPts val="105"/>
              </a:spcBef>
            </a:pPr>
            <a:r>
              <a:rPr dirty="0" sz="1950" spc="-50">
                <a:solidFill>
                  <a:srgbClr val="0000FF"/>
                </a:solidFill>
                <a:latin typeface="Symbol"/>
                <a:cs typeface="Symbol"/>
              </a:rPr>
              <a:t></a:t>
            </a:r>
            <a:endParaRPr sz="1950">
              <a:latin typeface="Symbol"/>
              <a:cs typeface="Symbol"/>
            </a:endParaRPr>
          </a:p>
          <a:p>
            <a:pPr algn="r" marR="99060">
              <a:lnSpc>
                <a:spcPts val="2170"/>
              </a:lnSpc>
              <a:tabLst>
                <a:tab pos="582295" algn="l"/>
                <a:tab pos="1075690" algn="l"/>
              </a:tabLst>
            </a:pPr>
            <a:r>
              <a:rPr dirty="0" sz="1950" spc="-20">
                <a:solidFill>
                  <a:srgbClr val="0000FF"/>
                </a:solidFill>
                <a:latin typeface="Symbol"/>
                <a:cs typeface="Symbol"/>
              </a:rPr>
              <a:t></a:t>
            </a:r>
            <a:r>
              <a:rPr dirty="0" baseline="-11396" sz="2925" spc="-30">
                <a:solidFill>
                  <a:srgbClr val="0000FF"/>
                </a:solidFill>
                <a:latin typeface="Symbol"/>
                <a:cs typeface="Symbol"/>
              </a:rPr>
              <a:t></a:t>
            </a:r>
            <a:r>
              <a:rPr dirty="0" sz="1950" spc="-20">
                <a:solidFill>
                  <a:srgbClr val="0000FF"/>
                </a:solidFill>
                <a:latin typeface="Symbol"/>
                <a:cs typeface="Symbol"/>
              </a:rPr>
              <a:t></a:t>
            </a:r>
            <a:r>
              <a:rPr dirty="0" sz="1950" spc="-20">
                <a:solidFill>
                  <a:srgbClr val="0000FF"/>
                </a:solidFill>
                <a:latin typeface="Times New Roman"/>
                <a:cs typeface="Times New Roman"/>
              </a:rPr>
              <a:t>1</a:t>
            </a:r>
            <a:r>
              <a:rPr dirty="0" sz="195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dirty="0" sz="1950" spc="-25">
                <a:solidFill>
                  <a:srgbClr val="0000FF"/>
                </a:solidFill>
                <a:latin typeface="Symbol"/>
                <a:cs typeface="Symbol"/>
              </a:rPr>
              <a:t></a:t>
            </a:r>
            <a:r>
              <a:rPr dirty="0" sz="1950" spc="-25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r>
              <a:rPr dirty="0" sz="195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dirty="0" sz="1950" spc="-345">
                <a:solidFill>
                  <a:srgbClr val="0000FF"/>
                </a:solidFill>
                <a:latin typeface="Symbol"/>
                <a:cs typeface="Symbol"/>
              </a:rPr>
              <a:t></a:t>
            </a:r>
            <a:r>
              <a:rPr dirty="0" sz="1950" spc="-345">
                <a:solidFill>
                  <a:srgbClr val="0000FF"/>
                </a:solidFill>
                <a:latin typeface="Times New Roman"/>
                <a:cs typeface="Times New Roman"/>
              </a:rPr>
              <a:t>1</a:t>
            </a:r>
            <a:r>
              <a:rPr dirty="0" baseline="-11396" sz="2925" spc="-517">
                <a:solidFill>
                  <a:srgbClr val="0000FF"/>
                </a:solidFill>
                <a:latin typeface="Symbol"/>
                <a:cs typeface="Symbol"/>
              </a:rPr>
              <a:t></a:t>
            </a:r>
            <a:r>
              <a:rPr dirty="0" sz="1950" spc="-345">
                <a:solidFill>
                  <a:srgbClr val="0000FF"/>
                </a:solidFill>
                <a:latin typeface="Symbol"/>
                <a:cs typeface="Symbol"/>
              </a:rPr>
              <a:t></a:t>
            </a:r>
            <a:endParaRPr sz="1950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270128"/>
            <a:ext cx="4726940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Canny</a:t>
            </a:r>
            <a:r>
              <a:rPr dirty="0" spc="-220"/>
              <a:t> </a:t>
            </a:r>
            <a:r>
              <a:rPr dirty="0"/>
              <a:t>Edge</a:t>
            </a:r>
            <a:r>
              <a:rPr dirty="0" spc="-215"/>
              <a:t> </a:t>
            </a:r>
            <a:r>
              <a:rPr dirty="0" spc="-10"/>
              <a:t>Detector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123899" y="1157985"/>
            <a:ext cx="5364480" cy="912494"/>
          </a:xfrm>
          <a:prstGeom prst="rect">
            <a:avLst/>
          </a:prstGeom>
        </p:spPr>
        <p:txBody>
          <a:bodyPr wrap="square" lIns="0" tIns="90170" rIns="0" bIns="0" rtlCol="0" vert="horz">
            <a:spAutoFit/>
          </a:bodyPr>
          <a:lstStyle/>
          <a:p>
            <a:pPr algn="r" marL="342265" marR="5080" indent="-342265">
              <a:lnSpc>
                <a:spcPct val="100000"/>
              </a:lnSpc>
              <a:spcBef>
                <a:spcPts val="710"/>
              </a:spcBef>
              <a:buFont typeface="Trebuchet MS"/>
              <a:buChar char="•"/>
              <a:tabLst>
                <a:tab pos="342265" algn="l"/>
              </a:tabLst>
            </a:pPr>
            <a:r>
              <a:rPr dirty="0" sz="2400">
                <a:latin typeface="Times New Roman"/>
                <a:cs typeface="Times New Roman"/>
              </a:rPr>
              <a:t>Canny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-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20">
                <a:latin typeface="Times New Roman"/>
                <a:cs typeface="Times New Roman"/>
              </a:rPr>
              <a:t>Non-</a:t>
            </a:r>
            <a:r>
              <a:rPr dirty="0" sz="2400">
                <a:latin typeface="Times New Roman"/>
                <a:cs typeface="Times New Roman"/>
              </a:rPr>
              <a:t>maximum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Suppression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 spc="-20">
                <a:latin typeface="Times New Roman"/>
                <a:cs typeface="Times New Roman"/>
              </a:rPr>
              <a:t>(1):</a:t>
            </a:r>
            <a:endParaRPr sz="2400">
              <a:latin typeface="Times New Roman"/>
              <a:cs typeface="Times New Roman"/>
            </a:endParaRPr>
          </a:p>
          <a:p>
            <a:pPr algn="r" marR="6985">
              <a:lnSpc>
                <a:spcPct val="100000"/>
              </a:lnSpc>
              <a:spcBef>
                <a:spcPts val="615"/>
              </a:spcBef>
              <a:tabLst>
                <a:tab pos="283210" algn="l"/>
              </a:tabLst>
            </a:pPr>
            <a:r>
              <a:rPr dirty="0" sz="2400" spc="-50">
                <a:latin typeface="Trebuchet MS"/>
                <a:cs typeface="Trebuchet MS"/>
              </a:rPr>
              <a:t>–</a:t>
            </a:r>
            <a:r>
              <a:rPr dirty="0" sz="2400">
                <a:latin typeface="Trebuchet MS"/>
                <a:cs typeface="Trebuchet MS"/>
              </a:rPr>
              <a:t>	</a:t>
            </a:r>
            <a:r>
              <a:rPr dirty="0" sz="1800">
                <a:latin typeface="Times New Roman"/>
                <a:cs typeface="Times New Roman"/>
              </a:rPr>
              <a:t>Compute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magnitude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angle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of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gradient: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772155" y="3501008"/>
            <a:ext cx="44869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318135" algn="l"/>
              </a:tabLst>
            </a:pPr>
            <a:r>
              <a:rPr dirty="0" sz="2400" spc="-50">
                <a:latin typeface="Trebuchet MS"/>
                <a:cs typeface="Trebuchet MS"/>
              </a:rPr>
              <a:t>–</a:t>
            </a:r>
            <a:r>
              <a:rPr dirty="0" sz="2400">
                <a:latin typeface="Trebuchet MS"/>
                <a:cs typeface="Trebuchet MS"/>
              </a:rPr>
              <a:t>	</a:t>
            </a:r>
            <a:r>
              <a:rPr dirty="0" sz="1800">
                <a:latin typeface="Times New Roman"/>
                <a:cs typeface="Times New Roman"/>
              </a:rPr>
              <a:t>Quantize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2400" i="1">
                <a:latin typeface="Times New Roman"/>
                <a:cs typeface="Times New Roman"/>
              </a:rPr>
              <a:t>θ</a:t>
            </a:r>
            <a:r>
              <a:rPr dirty="0" sz="2400">
                <a:latin typeface="Times New Roman"/>
                <a:cs typeface="Times New Roman"/>
              </a:rPr>
              <a:t>(</a:t>
            </a:r>
            <a:r>
              <a:rPr dirty="0" sz="2400" i="1">
                <a:latin typeface="Times New Roman"/>
                <a:cs typeface="Times New Roman"/>
              </a:rPr>
              <a:t>x</a:t>
            </a:r>
            <a:r>
              <a:rPr dirty="0" sz="2400">
                <a:latin typeface="Times New Roman"/>
                <a:cs typeface="Times New Roman"/>
              </a:rPr>
              <a:t>,</a:t>
            </a:r>
            <a:r>
              <a:rPr dirty="0" sz="2400" i="1">
                <a:latin typeface="Times New Roman"/>
                <a:cs typeface="Times New Roman"/>
              </a:rPr>
              <a:t>y</a:t>
            </a:r>
            <a:r>
              <a:rPr dirty="0" sz="2400">
                <a:latin typeface="Times New Roman"/>
                <a:cs typeface="Times New Roman"/>
              </a:rPr>
              <a:t>)</a:t>
            </a:r>
            <a:r>
              <a:rPr dirty="0" sz="2400" spc="-1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nearest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45°,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θ</a:t>
            </a:r>
            <a:r>
              <a:rPr dirty="0" baseline="-17094" sz="1950" i="1">
                <a:latin typeface="Times New Roman"/>
                <a:cs typeface="Times New Roman"/>
              </a:rPr>
              <a:t>Q</a:t>
            </a:r>
            <a:r>
              <a:rPr dirty="0" baseline="-17094" sz="1950" spc="202" i="1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(</a:t>
            </a:r>
            <a:r>
              <a:rPr dirty="0" sz="2000" spc="-10" i="1">
                <a:latin typeface="Times New Roman"/>
                <a:cs typeface="Times New Roman"/>
              </a:rPr>
              <a:t>x</a:t>
            </a:r>
            <a:r>
              <a:rPr dirty="0" sz="2000" spc="-10">
                <a:latin typeface="Times New Roman"/>
                <a:cs typeface="Times New Roman"/>
              </a:rPr>
              <a:t>,</a:t>
            </a:r>
            <a:r>
              <a:rPr dirty="0" sz="2000" spc="-10" i="1">
                <a:latin typeface="Times New Roman"/>
                <a:cs typeface="Times New Roman"/>
              </a:rPr>
              <a:t>y</a:t>
            </a:r>
            <a:r>
              <a:rPr dirty="0" sz="2000" spc="-10">
                <a:latin typeface="Times New Roman"/>
                <a:cs typeface="Times New Roman"/>
              </a:rPr>
              <a:t>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686427" y="2272029"/>
            <a:ext cx="91122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baseline="3267" sz="2550" i="1">
                <a:solidFill>
                  <a:srgbClr val="0000FF"/>
                </a:solidFill>
                <a:latin typeface="Times New Roman"/>
                <a:cs typeface="Times New Roman"/>
              </a:rPr>
              <a:t>M</a:t>
            </a:r>
            <a:r>
              <a:rPr dirty="0" baseline="3267" sz="2550" spc="44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200">
                <a:solidFill>
                  <a:srgbClr val="0000FF"/>
                </a:solidFill>
                <a:latin typeface="Symbol"/>
                <a:cs typeface="Symbol"/>
              </a:rPr>
              <a:t></a:t>
            </a:r>
            <a:r>
              <a:rPr dirty="0" baseline="3267" sz="2550" i="1">
                <a:solidFill>
                  <a:srgbClr val="0000FF"/>
                </a:solidFill>
                <a:latin typeface="Times New Roman"/>
                <a:cs typeface="Times New Roman"/>
              </a:rPr>
              <a:t>x</a:t>
            </a:r>
            <a:r>
              <a:rPr dirty="0" baseline="3267" sz="2550">
                <a:solidFill>
                  <a:srgbClr val="0000FF"/>
                </a:solidFill>
                <a:latin typeface="Times New Roman"/>
                <a:cs typeface="Times New Roman"/>
              </a:rPr>
              <a:t>,</a:t>
            </a:r>
            <a:r>
              <a:rPr dirty="0" baseline="3267" sz="2550" spc="-7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3267" sz="2550" i="1">
                <a:solidFill>
                  <a:srgbClr val="0000FF"/>
                </a:solidFill>
                <a:latin typeface="Times New Roman"/>
                <a:cs typeface="Times New Roman"/>
              </a:rPr>
              <a:t>y</a:t>
            </a:r>
            <a:r>
              <a:rPr dirty="0" baseline="3267" sz="2550" spc="-397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200" spc="65">
                <a:solidFill>
                  <a:srgbClr val="0000FF"/>
                </a:solidFill>
                <a:latin typeface="Symbol"/>
                <a:cs typeface="Symbol"/>
              </a:rPr>
              <a:t></a:t>
            </a:r>
            <a:r>
              <a:rPr dirty="0" baseline="3267" sz="2550" spc="97">
                <a:solidFill>
                  <a:srgbClr val="0000FF"/>
                </a:solidFill>
                <a:latin typeface="Symbol"/>
                <a:cs typeface="Symbol"/>
              </a:rPr>
              <a:t></a:t>
            </a:r>
            <a:endParaRPr baseline="3267" sz="2550">
              <a:latin typeface="Symbol"/>
              <a:cs typeface="Symbol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5644832" y="2321051"/>
            <a:ext cx="798830" cy="342900"/>
            <a:chOff x="5644832" y="2321051"/>
            <a:chExt cx="798830" cy="342900"/>
          </a:xfrm>
        </p:grpSpPr>
        <p:sp>
          <p:nvSpPr>
            <p:cNvPr id="7" name="object 7" descr=""/>
            <p:cNvSpPr/>
            <p:nvPr/>
          </p:nvSpPr>
          <p:spPr>
            <a:xfrm>
              <a:off x="5646420" y="2325623"/>
              <a:ext cx="796925" cy="336550"/>
            </a:xfrm>
            <a:custGeom>
              <a:avLst/>
              <a:gdLst/>
              <a:ahLst/>
              <a:cxnLst/>
              <a:rect l="l" t="t" r="r" b="b"/>
              <a:pathLst>
                <a:path w="796925" h="336550">
                  <a:moveTo>
                    <a:pt x="0" y="226949"/>
                  </a:moveTo>
                  <a:lnTo>
                    <a:pt x="20954" y="209930"/>
                  </a:lnTo>
                </a:path>
                <a:path w="796925" h="336550">
                  <a:moveTo>
                    <a:pt x="21462" y="209296"/>
                  </a:moveTo>
                  <a:lnTo>
                    <a:pt x="74040" y="335788"/>
                  </a:lnTo>
                </a:path>
                <a:path w="796925" h="336550">
                  <a:moveTo>
                    <a:pt x="74040" y="336423"/>
                  </a:moveTo>
                  <a:lnTo>
                    <a:pt x="131699" y="508"/>
                  </a:lnTo>
                </a:path>
                <a:path w="796925" h="336550">
                  <a:moveTo>
                    <a:pt x="131699" y="0"/>
                  </a:moveTo>
                  <a:lnTo>
                    <a:pt x="796543" y="0"/>
                  </a:lnTo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5644896" y="2321051"/>
              <a:ext cx="798830" cy="339725"/>
            </a:xfrm>
            <a:custGeom>
              <a:avLst/>
              <a:gdLst/>
              <a:ahLst/>
              <a:cxnLst/>
              <a:rect l="l" t="t" r="r" b="b"/>
              <a:pathLst>
                <a:path w="798829" h="339725">
                  <a:moveTo>
                    <a:pt x="798321" y="0"/>
                  </a:moveTo>
                  <a:lnTo>
                    <a:pt x="129920" y="0"/>
                  </a:lnTo>
                  <a:lnTo>
                    <a:pt x="76200" y="309625"/>
                  </a:lnTo>
                  <a:lnTo>
                    <a:pt x="29971" y="204088"/>
                  </a:lnTo>
                  <a:lnTo>
                    <a:pt x="0" y="227837"/>
                  </a:lnTo>
                  <a:lnTo>
                    <a:pt x="4571" y="233425"/>
                  </a:lnTo>
                  <a:lnTo>
                    <a:pt x="18033" y="222123"/>
                  </a:lnTo>
                  <a:lnTo>
                    <a:pt x="71119" y="339471"/>
                  </a:lnTo>
                  <a:lnTo>
                    <a:pt x="81914" y="339471"/>
                  </a:lnTo>
                  <a:lnTo>
                    <a:pt x="138302" y="10668"/>
                  </a:lnTo>
                  <a:lnTo>
                    <a:pt x="798321" y="10668"/>
                  </a:lnTo>
                  <a:lnTo>
                    <a:pt x="798321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/>
          <p:nvPr/>
        </p:nvSpPr>
        <p:spPr>
          <a:xfrm>
            <a:off x="6678930" y="2378201"/>
            <a:ext cx="0" cy="259079"/>
          </a:xfrm>
          <a:custGeom>
            <a:avLst/>
            <a:gdLst/>
            <a:ahLst/>
            <a:cxnLst/>
            <a:rect l="l" t="t" r="r" b="b"/>
            <a:pathLst>
              <a:path w="0" h="259080">
                <a:moveTo>
                  <a:pt x="0" y="0"/>
                </a:moveTo>
                <a:lnTo>
                  <a:pt x="0" y="258572"/>
                </a:lnTo>
              </a:path>
            </a:pathLst>
          </a:custGeom>
          <a:ln w="10728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6938009" y="2378201"/>
            <a:ext cx="0" cy="259079"/>
          </a:xfrm>
          <a:custGeom>
            <a:avLst/>
            <a:gdLst/>
            <a:ahLst/>
            <a:cxnLst/>
            <a:rect l="l" t="t" r="r" b="b"/>
            <a:pathLst>
              <a:path w="0" h="259080">
                <a:moveTo>
                  <a:pt x="0" y="0"/>
                </a:moveTo>
                <a:lnTo>
                  <a:pt x="0" y="258572"/>
                </a:lnTo>
              </a:path>
            </a:pathLst>
          </a:custGeom>
          <a:ln w="10728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7158990" y="2352294"/>
            <a:ext cx="0" cy="309245"/>
          </a:xfrm>
          <a:custGeom>
            <a:avLst/>
            <a:gdLst/>
            <a:ahLst/>
            <a:cxnLst/>
            <a:rect l="l" t="t" r="r" b="b"/>
            <a:pathLst>
              <a:path w="0" h="309244">
                <a:moveTo>
                  <a:pt x="0" y="0"/>
                </a:moveTo>
                <a:lnTo>
                  <a:pt x="0" y="308990"/>
                </a:lnTo>
              </a:path>
            </a:pathLst>
          </a:custGeom>
          <a:ln w="10728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7425690" y="2352294"/>
            <a:ext cx="0" cy="309245"/>
          </a:xfrm>
          <a:custGeom>
            <a:avLst/>
            <a:gdLst/>
            <a:ahLst/>
            <a:cxnLst/>
            <a:rect l="l" t="t" r="r" b="b"/>
            <a:pathLst>
              <a:path w="0" h="309244">
                <a:moveTo>
                  <a:pt x="0" y="0"/>
                </a:moveTo>
                <a:lnTo>
                  <a:pt x="0" y="308990"/>
                </a:lnTo>
              </a:path>
            </a:pathLst>
          </a:custGeom>
          <a:ln w="10728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4825110" y="2839338"/>
            <a:ext cx="534670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28625" algn="l"/>
              </a:tabLst>
            </a:pPr>
            <a:r>
              <a:rPr dirty="0" sz="2200" spc="-50">
                <a:solidFill>
                  <a:srgbClr val="0000FF"/>
                </a:solidFill>
                <a:latin typeface="Symbol"/>
                <a:cs typeface="Symbol"/>
              </a:rPr>
              <a:t></a:t>
            </a:r>
            <a:r>
              <a:rPr dirty="0" sz="220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dirty="0" sz="2200" spc="-50">
                <a:solidFill>
                  <a:srgbClr val="0000FF"/>
                </a:solidFill>
                <a:latin typeface="Symbol"/>
                <a:cs typeface="Symbol"/>
              </a:rPr>
              <a:t></a:t>
            </a:r>
            <a:endParaRPr sz="2200">
              <a:latin typeface="Symbol"/>
              <a:cs typeface="Symbol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6108953" y="3068573"/>
            <a:ext cx="245745" cy="0"/>
          </a:xfrm>
          <a:custGeom>
            <a:avLst/>
            <a:gdLst/>
            <a:ahLst/>
            <a:cxnLst/>
            <a:rect l="l" t="t" r="r" b="b"/>
            <a:pathLst>
              <a:path w="245745" h="0">
                <a:moveTo>
                  <a:pt x="0" y="0"/>
                </a:moveTo>
                <a:lnTo>
                  <a:pt x="245363" y="0"/>
                </a:lnTo>
              </a:path>
            </a:pathLst>
          </a:custGeom>
          <a:ln w="10741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7311390" y="2479294"/>
            <a:ext cx="79375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50" i="1">
                <a:solidFill>
                  <a:srgbClr val="0000FF"/>
                </a:solidFill>
                <a:latin typeface="Times New Roman"/>
                <a:cs typeface="Times New Roman"/>
              </a:rPr>
              <a:t>y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5735065" y="2269998"/>
            <a:ext cx="1604645" cy="382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63500">
              <a:lnSpc>
                <a:spcPts val="1850"/>
              </a:lnSpc>
              <a:spcBef>
                <a:spcPts val="105"/>
              </a:spcBef>
              <a:tabLst>
                <a:tab pos="1254760" algn="l"/>
              </a:tabLst>
            </a:pPr>
            <a:r>
              <a:rPr dirty="0" sz="1700" i="1">
                <a:solidFill>
                  <a:srgbClr val="0000FF"/>
                </a:solidFill>
                <a:latin typeface="Times New Roman"/>
                <a:cs typeface="Times New Roman"/>
              </a:rPr>
              <a:t>g</a:t>
            </a:r>
            <a:r>
              <a:rPr dirty="0" sz="1700" spc="-260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35087" sz="1425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r>
              <a:rPr dirty="0" baseline="35087" sz="1425" spc="3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0000FF"/>
                </a:solidFill>
                <a:latin typeface="Symbol"/>
                <a:cs typeface="Symbol"/>
              </a:rPr>
              <a:t></a:t>
            </a:r>
            <a:r>
              <a:rPr dirty="0" sz="1700" spc="-5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1700" i="1">
                <a:solidFill>
                  <a:srgbClr val="0000FF"/>
                </a:solidFill>
                <a:latin typeface="Times New Roman"/>
                <a:cs typeface="Times New Roman"/>
              </a:rPr>
              <a:t>g</a:t>
            </a:r>
            <a:r>
              <a:rPr dirty="0" sz="1700" spc="-245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35087" sz="1425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r>
              <a:rPr dirty="0" baseline="35087" sz="1425" spc="67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0000FF"/>
                </a:solidFill>
                <a:latin typeface="Symbol"/>
                <a:cs typeface="Symbol"/>
              </a:rPr>
              <a:t></a:t>
            </a:r>
            <a:r>
              <a:rPr dirty="0" sz="1700" spc="31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1700" spc="-50" i="1">
                <a:solidFill>
                  <a:srgbClr val="0000FF"/>
                </a:solidFill>
                <a:latin typeface="Times New Roman"/>
                <a:cs typeface="Times New Roman"/>
              </a:rPr>
              <a:t>g</a:t>
            </a:r>
            <a:r>
              <a:rPr dirty="0" sz="1700" i="1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dirty="0" sz="1700">
                <a:solidFill>
                  <a:srgbClr val="0000FF"/>
                </a:solidFill>
                <a:latin typeface="Symbol"/>
                <a:cs typeface="Symbol"/>
              </a:rPr>
              <a:t></a:t>
            </a:r>
            <a:r>
              <a:rPr dirty="0" sz="1700" spc="22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1700" spc="-50" i="1">
                <a:solidFill>
                  <a:srgbClr val="0000FF"/>
                </a:solidFill>
                <a:latin typeface="Times New Roman"/>
                <a:cs typeface="Times New Roman"/>
              </a:rPr>
              <a:t>g</a:t>
            </a:r>
            <a:endParaRPr sz="1700">
              <a:latin typeface="Times New Roman"/>
              <a:cs typeface="Times New Roman"/>
            </a:endParaRPr>
          </a:p>
          <a:p>
            <a:pPr marL="186690">
              <a:lnSpc>
                <a:spcPts val="950"/>
              </a:lnSpc>
              <a:tabLst>
                <a:tab pos="613410" algn="l"/>
              </a:tabLst>
            </a:pPr>
            <a:r>
              <a:rPr dirty="0" sz="950" spc="-50" i="1">
                <a:solidFill>
                  <a:srgbClr val="0000FF"/>
                </a:solidFill>
                <a:latin typeface="Times New Roman"/>
                <a:cs typeface="Times New Roman"/>
              </a:rPr>
              <a:t>x</a:t>
            </a:r>
            <a:r>
              <a:rPr dirty="0" sz="950" i="1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dirty="0" sz="950" spc="-50" i="1">
                <a:solidFill>
                  <a:srgbClr val="0000FF"/>
                </a:solidFill>
                <a:latin typeface="Times New Roman"/>
                <a:cs typeface="Times New Roman"/>
              </a:rPr>
              <a:t>y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6825233" y="2481833"/>
            <a:ext cx="79375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50" i="1">
                <a:solidFill>
                  <a:srgbClr val="0000FF"/>
                </a:solidFill>
                <a:latin typeface="Times New Roman"/>
                <a:cs typeface="Times New Roman"/>
              </a:rPr>
              <a:t>x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6248527" y="2876550"/>
            <a:ext cx="79375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50" i="1">
                <a:solidFill>
                  <a:srgbClr val="0000FF"/>
                </a:solidFill>
                <a:latin typeface="Times New Roman"/>
                <a:cs typeface="Times New Roman"/>
              </a:rPr>
              <a:t>y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5812916" y="2889250"/>
            <a:ext cx="148590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25">
                <a:solidFill>
                  <a:srgbClr val="0000FF"/>
                </a:solidFill>
                <a:latin typeface="Symbol"/>
                <a:cs typeface="Symbol"/>
              </a:rPr>
              <a:t></a:t>
            </a:r>
            <a:r>
              <a:rPr dirty="0" sz="950" spc="-25">
                <a:solidFill>
                  <a:srgbClr val="0000FF"/>
                </a:solidFill>
                <a:latin typeface="Times New Roman"/>
                <a:cs typeface="Times New Roman"/>
              </a:rPr>
              <a:t>1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5979033" y="2734182"/>
            <a:ext cx="501650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05765" algn="l"/>
              </a:tabLst>
            </a:pPr>
            <a:r>
              <a:rPr dirty="0" sz="1700">
                <a:solidFill>
                  <a:srgbClr val="0000FF"/>
                </a:solidFill>
                <a:latin typeface="Symbol"/>
                <a:cs typeface="Symbol"/>
              </a:rPr>
              <a:t></a:t>
            </a:r>
            <a:r>
              <a:rPr dirty="0" sz="17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1633" sz="2550" spc="-75" i="1">
                <a:solidFill>
                  <a:srgbClr val="0000FF"/>
                </a:solidFill>
                <a:latin typeface="Times New Roman"/>
                <a:cs typeface="Times New Roman"/>
              </a:rPr>
              <a:t>g</a:t>
            </a:r>
            <a:r>
              <a:rPr dirty="0" baseline="1633" sz="2550" i="1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dirty="0" sz="1700" spc="-50">
                <a:solidFill>
                  <a:srgbClr val="0000FF"/>
                </a:solidFill>
                <a:latin typeface="Symbol"/>
                <a:cs typeface="Symbol"/>
              </a:rPr>
              <a:t></a:t>
            </a:r>
            <a:endParaRPr sz="1700">
              <a:latin typeface="Symbol"/>
              <a:cs typeface="Symbol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4646803" y="2862027"/>
            <a:ext cx="1169035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77495" algn="l"/>
                <a:tab pos="727075" algn="l"/>
              </a:tabLst>
            </a:pPr>
            <a:r>
              <a:rPr dirty="0" sz="1900" spc="-50">
                <a:solidFill>
                  <a:srgbClr val="0000FF"/>
                </a:solidFill>
                <a:latin typeface="Symbol"/>
                <a:cs typeface="Symbol"/>
              </a:rPr>
              <a:t></a:t>
            </a:r>
            <a:r>
              <a:rPr dirty="0" sz="190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dirty="0" sz="1700" i="1">
                <a:solidFill>
                  <a:srgbClr val="0000FF"/>
                </a:solidFill>
                <a:latin typeface="Times New Roman"/>
                <a:cs typeface="Times New Roman"/>
              </a:rPr>
              <a:t>x</a:t>
            </a:r>
            <a:r>
              <a:rPr dirty="0" sz="1700">
                <a:solidFill>
                  <a:srgbClr val="0000FF"/>
                </a:solidFill>
                <a:latin typeface="Times New Roman"/>
                <a:cs typeface="Times New Roman"/>
              </a:rPr>
              <a:t>,</a:t>
            </a:r>
            <a:r>
              <a:rPr dirty="0" sz="1700" spc="-1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1700" spc="-50" i="1">
                <a:solidFill>
                  <a:srgbClr val="0000FF"/>
                </a:solidFill>
                <a:latin typeface="Times New Roman"/>
                <a:cs typeface="Times New Roman"/>
              </a:rPr>
              <a:t>y</a:t>
            </a:r>
            <a:r>
              <a:rPr dirty="0" sz="1700" i="1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dirty="0" sz="1700">
                <a:solidFill>
                  <a:srgbClr val="0000FF"/>
                </a:solidFill>
                <a:latin typeface="Symbol"/>
                <a:cs typeface="Symbol"/>
              </a:rPr>
              <a:t></a:t>
            </a:r>
            <a:r>
              <a:rPr dirty="0" sz="1700" spc="-3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1700" spc="-25">
                <a:solidFill>
                  <a:srgbClr val="0000FF"/>
                </a:solidFill>
                <a:latin typeface="Times New Roman"/>
                <a:cs typeface="Times New Roman"/>
              </a:rPr>
              <a:t>tan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5954267" y="2933192"/>
            <a:ext cx="552450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431165" algn="l"/>
              </a:tabLst>
            </a:pPr>
            <a:r>
              <a:rPr dirty="0" sz="1700">
                <a:solidFill>
                  <a:srgbClr val="0000FF"/>
                </a:solidFill>
                <a:latin typeface="Symbol"/>
                <a:cs typeface="Symbol"/>
              </a:rPr>
              <a:t></a:t>
            </a:r>
            <a:r>
              <a:rPr dirty="0" sz="1700" spc="3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-26143" sz="2550" spc="-89" i="1">
                <a:solidFill>
                  <a:srgbClr val="0000FF"/>
                </a:solidFill>
                <a:latin typeface="Times New Roman"/>
                <a:cs typeface="Times New Roman"/>
              </a:rPr>
              <a:t>g</a:t>
            </a:r>
            <a:r>
              <a:rPr dirty="0" baseline="-26143" sz="2550" i="1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dirty="0" sz="1700" spc="-50">
                <a:solidFill>
                  <a:srgbClr val="0000FF"/>
                </a:solidFill>
                <a:latin typeface="Symbol"/>
                <a:cs typeface="Symbol"/>
              </a:rPr>
              <a:t></a:t>
            </a:r>
            <a:endParaRPr sz="1700">
              <a:latin typeface="Symbol"/>
              <a:cs typeface="Symbol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5979033" y="3114294"/>
            <a:ext cx="500380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80670" algn="l"/>
              </a:tabLst>
            </a:pPr>
            <a:r>
              <a:rPr dirty="0" sz="1700" spc="-50">
                <a:solidFill>
                  <a:srgbClr val="0000FF"/>
                </a:solidFill>
                <a:latin typeface="Symbol"/>
                <a:cs typeface="Symbol"/>
              </a:rPr>
              <a:t></a:t>
            </a:r>
            <a:r>
              <a:rPr dirty="0" sz="170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dirty="0" sz="950" i="1">
                <a:solidFill>
                  <a:srgbClr val="0000FF"/>
                </a:solidFill>
                <a:latin typeface="Times New Roman"/>
                <a:cs typeface="Times New Roman"/>
              </a:rPr>
              <a:t>x</a:t>
            </a:r>
            <a:r>
              <a:rPr dirty="0" sz="950" spc="305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1700" spc="-50">
                <a:solidFill>
                  <a:srgbClr val="0000FF"/>
                </a:solidFill>
                <a:latin typeface="Symbol"/>
                <a:cs typeface="Symbol"/>
              </a:rPr>
              <a:t></a:t>
            </a:r>
            <a:endParaRPr sz="1700">
              <a:latin typeface="Symbol"/>
              <a:cs typeface="Symbol"/>
            </a:endParaRPr>
          </a:p>
        </p:txBody>
      </p:sp>
      <p:pic>
        <p:nvPicPr>
          <p:cNvPr id="24" name="object 2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84647" y="3983735"/>
            <a:ext cx="2270759" cy="2188464"/>
          </a:xfrm>
          <a:prstGeom prst="rect">
            <a:avLst/>
          </a:prstGeom>
        </p:spPr>
      </p:pic>
      <p:sp>
        <p:nvSpPr>
          <p:cNvPr id="25" name="object 2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270128"/>
            <a:ext cx="4726940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Canny</a:t>
            </a:r>
            <a:r>
              <a:rPr dirty="0" spc="-220"/>
              <a:t> </a:t>
            </a:r>
            <a:r>
              <a:rPr dirty="0"/>
              <a:t>Edge</a:t>
            </a:r>
            <a:r>
              <a:rPr dirty="0" spc="-215"/>
              <a:t> </a:t>
            </a:r>
            <a:r>
              <a:rPr dirty="0" spc="-10"/>
              <a:t>Detector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223873" y="1173607"/>
            <a:ext cx="527748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Trebuchet MS"/>
              <a:buChar char="•"/>
              <a:tabLst>
                <a:tab pos="355600" algn="l"/>
              </a:tabLst>
            </a:pPr>
            <a:r>
              <a:rPr dirty="0" sz="2400">
                <a:latin typeface="Times New Roman"/>
                <a:cs typeface="Times New Roman"/>
              </a:rPr>
              <a:t>Canny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-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20">
                <a:latin typeface="Times New Roman"/>
                <a:cs typeface="Times New Roman"/>
              </a:rPr>
              <a:t>Non-</a:t>
            </a:r>
            <a:r>
              <a:rPr dirty="0" sz="2400">
                <a:latin typeface="Times New Roman"/>
                <a:cs typeface="Times New Roman"/>
              </a:rPr>
              <a:t>maximum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Suppression</a:t>
            </a:r>
            <a:r>
              <a:rPr dirty="0" sz="2400" spc="-25">
                <a:latin typeface="Times New Roman"/>
                <a:cs typeface="Times New Roman"/>
              </a:rPr>
              <a:t> (2)</a:t>
            </a:r>
            <a:endParaRPr sz="24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tabLst>
                <a:tab pos="850900" algn="l"/>
              </a:tabLst>
            </a:pPr>
            <a:r>
              <a:rPr dirty="0" sz="2400" spc="-50">
                <a:latin typeface="Times New Roman"/>
                <a:cs typeface="Times New Roman"/>
              </a:rPr>
              <a:t>-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10">
                <a:latin typeface="Times New Roman"/>
                <a:cs typeface="Times New Roman"/>
              </a:rPr>
              <a:t>Quantization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99158" y="2068407"/>
            <a:ext cx="1333959" cy="4058184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92722" y="2052535"/>
            <a:ext cx="4910899" cy="4284548"/>
          </a:xfrm>
          <a:prstGeom prst="rect">
            <a:avLst/>
          </a:prstGeom>
        </p:spPr>
      </p:pic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270128"/>
            <a:ext cx="4726940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Canny</a:t>
            </a:r>
            <a:r>
              <a:rPr dirty="0" spc="-220"/>
              <a:t> </a:t>
            </a:r>
            <a:r>
              <a:rPr dirty="0"/>
              <a:t>Edge</a:t>
            </a:r>
            <a:r>
              <a:rPr dirty="0" spc="-215"/>
              <a:t> </a:t>
            </a:r>
            <a:r>
              <a:rPr dirty="0" spc="-10"/>
              <a:t>Detector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211173" y="1173607"/>
            <a:ext cx="9057005" cy="4338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68300" indent="-342900">
              <a:lnSpc>
                <a:spcPct val="100000"/>
              </a:lnSpc>
              <a:spcBef>
                <a:spcPts val="100"/>
              </a:spcBef>
              <a:buFont typeface="Trebuchet MS"/>
              <a:buChar char="•"/>
              <a:tabLst>
                <a:tab pos="368300" algn="l"/>
              </a:tabLst>
            </a:pPr>
            <a:r>
              <a:rPr dirty="0" sz="2400">
                <a:latin typeface="Times New Roman"/>
                <a:cs typeface="Times New Roman"/>
              </a:rPr>
              <a:t>Canny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-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20">
                <a:latin typeface="Times New Roman"/>
                <a:cs typeface="Times New Roman"/>
              </a:rPr>
              <a:t>Non-</a:t>
            </a:r>
            <a:r>
              <a:rPr dirty="0" sz="2400">
                <a:latin typeface="Times New Roman"/>
                <a:cs typeface="Times New Roman"/>
              </a:rPr>
              <a:t>maximum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Suppression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(3)</a:t>
            </a:r>
            <a:endParaRPr sz="2400">
              <a:latin typeface="Times New Roman"/>
              <a:cs typeface="Times New Roman"/>
            </a:endParaRPr>
          </a:p>
          <a:p>
            <a:pPr lvl="1" marL="863600" indent="-381000">
              <a:lnSpc>
                <a:spcPct val="100000"/>
              </a:lnSpc>
              <a:buChar char="-"/>
              <a:tabLst>
                <a:tab pos="863600" algn="l"/>
              </a:tabLst>
            </a:pPr>
            <a:r>
              <a:rPr dirty="0" sz="2400" spc="-10">
                <a:latin typeface="Times New Roman"/>
                <a:cs typeface="Times New Roman"/>
              </a:rPr>
              <a:t>Quantization</a:t>
            </a:r>
            <a:endParaRPr sz="24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2055"/>
              </a:spcBef>
              <a:buFont typeface="Times New Roman"/>
              <a:buChar char="-"/>
            </a:pPr>
            <a:endParaRPr sz="2400">
              <a:latin typeface="Times New Roman"/>
              <a:cs typeface="Times New Roman"/>
            </a:endParaRPr>
          </a:p>
          <a:p>
            <a:pPr lvl="2" marL="1951355" marR="318135" indent="-287020">
              <a:lnSpc>
                <a:spcPct val="100800"/>
              </a:lnSpc>
              <a:buFont typeface="Trebuchet MS"/>
              <a:buChar char="–"/>
              <a:tabLst>
                <a:tab pos="1951355" algn="l"/>
              </a:tabLst>
            </a:pPr>
            <a:r>
              <a:rPr dirty="0" sz="2400">
                <a:latin typeface="Times New Roman"/>
                <a:cs typeface="Times New Roman"/>
              </a:rPr>
              <a:t>Compare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 i="1">
                <a:latin typeface="Times New Roman"/>
                <a:cs typeface="Times New Roman"/>
              </a:rPr>
              <a:t>M</a:t>
            </a:r>
            <a:r>
              <a:rPr dirty="0" sz="2400" spc="-25" i="1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(</a:t>
            </a:r>
            <a:r>
              <a:rPr dirty="0" sz="2400" i="1">
                <a:latin typeface="Times New Roman"/>
                <a:cs typeface="Times New Roman"/>
              </a:rPr>
              <a:t>x</a:t>
            </a:r>
            <a:r>
              <a:rPr dirty="0" sz="2400">
                <a:latin typeface="Times New Roman"/>
                <a:cs typeface="Times New Roman"/>
              </a:rPr>
              <a:t>,</a:t>
            </a:r>
            <a:r>
              <a:rPr dirty="0" sz="2400" i="1">
                <a:latin typeface="Times New Roman"/>
                <a:cs typeface="Times New Roman"/>
              </a:rPr>
              <a:t>y</a:t>
            </a:r>
            <a:r>
              <a:rPr dirty="0" sz="2400">
                <a:latin typeface="Times New Roman"/>
                <a:cs typeface="Times New Roman"/>
              </a:rPr>
              <a:t>)</a:t>
            </a:r>
            <a:r>
              <a:rPr dirty="0" sz="2400" spc="-1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with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 i="1">
                <a:latin typeface="Times New Roman"/>
                <a:cs typeface="Times New Roman"/>
              </a:rPr>
              <a:t>M</a:t>
            </a:r>
            <a:r>
              <a:rPr dirty="0" sz="2400" spc="-35" i="1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(</a:t>
            </a:r>
            <a:r>
              <a:rPr dirty="0" sz="2400" i="1">
                <a:latin typeface="Times New Roman"/>
                <a:cs typeface="Times New Roman"/>
              </a:rPr>
              <a:t>x´</a:t>
            </a:r>
            <a:r>
              <a:rPr dirty="0" sz="2400">
                <a:latin typeface="Times New Roman"/>
                <a:cs typeface="Times New Roman"/>
              </a:rPr>
              <a:t>,</a:t>
            </a:r>
            <a:r>
              <a:rPr dirty="0" sz="2400" i="1">
                <a:latin typeface="Times New Roman"/>
                <a:cs typeface="Times New Roman"/>
              </a:rPr>
              <a:t>y´</a:t>
            </a:r>
            <a:r>
              <a:rPr dirty="0" sz="2400">
                <a:latin typeface="Times New Roman"/>
                <a:cs typeface="Times New Roman"/>
              </a:rPr>
              <a:t>)</a:t>
            </a:r>
            <a:r>
              <a:rPr dirty="0" sz="2400" spc="-8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positive</a:t>
            </a:r>
            <a:r>
              <a:rPr dirty="0" sz="2400" spc="-5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negative </a:t>
            </a:r>
            <a:r>
              <a:rPr dirty="0" sz="2400">
                <a:latin typeface="Times New Roman"/>
                <a:cs typeface="Times New Roman"/>
              </a:rPr>
              <a:t>gradient</a:t>
            </a:r>
            <a:r>
              <a:rPr dirty="0" sz="2400" spc="-10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direction.</a:t>
            </a:r>
            <a:endParaRPr sz="2400">
              <a:latin typeface="Times New Roman"/>
              <a:cs typeface="Times New Roman"/>
            </a:endParaRPr>
          </a:p>
          <a:p>
            <a:pPr lvl="3" marL="2350135" marR="1840864" indent="-227965">
              <a:lnSpc>
                <a:spcPct val="121000"/>
              </a:lnSpc>
              <a:spcBef>
                <a:spcPts val="175"/>
              </a:spcBef>
              <a:buFont typeface="Trebuchet MS"/>
              <a:buChar char="•"/>
              <a:tabLst>
                <a:tab pos="3609975" algn="l"/>
              </a:tabLst>
            </a:pPr>
            <a:r>
              <a:rPr dirty="0" sz="2000">
                <a:latin typeface="Times New Roman"/>
                <a:cs typeface="Times New Roman"/>
              </a:rPr>
              <a:t>If</a:t>
            </a:r>
            <a:r>
              <a:rPr dirty="0" sz="2000" spc="-8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greater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than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both</a:t>
            </a:r>
            <a:r>
              <a:rPr dirty="0" sz="2000" spc="-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then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keep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it,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g</a:t>
            </a:r>
            <a:r>
              <a:rPr dirty="0" baseline="-17094" sz="1950" i="1">
                <a:latin typeface="Times New Roman"/>
                <a:cs typeface="Times New Roman"/>
              </a:rPr>
              <a:t>N</a:t>
            </a:r>
            <a:r>
              <a:rPr dirty="0" baseline="-17094" sz="1950" spc="-60" i="1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(</a:t>
            </a:r>
            <a:r>
              <a:rPr dirty="0" sz="2000" spc="-10" i="1">
                <a:latin typeface="Times New Roman"/>
                <a:cs typeface="Times New Roman"/>
              </a:rPr>
              <a:t>x,y</a:t>
            </a:r>
            <a:r>
              <a:rPr dirty="0" sz="2000" spc="-10">
                <a:latin typeface="Times New Roman"/>
                <a:cs typeface="Times New Roman"/>
              </a:rPr>
              <a:t>)</a:t>
            </a:r>
            <a:r>
              <a:rPr dirty="0" sz="2000" spc="-10" i="1">
                <a:latin typeface="Times New Roman"/>
                <a:cs typeface="Times New Roman"/>
              </a:rPr>
              <a:t>=M</a:t>
            </a:r>
            <a:r>
              <a:rPr dirty="0" sz="2000" spc="-10">
                <a:latin typeface="Times New Roman"/>
                <a:cs typeface="Times New Roman"/>
              </a:rPr>
              <a:t>(</a:t>
            </a:r>
            <a:r>
              <a:rPr dirty="0" sz="2000" spc="-10" i="1">
                <a:latin typeface="Times New Roman"/>
                <a:cs typeface="Times New Roman"/>
              </a:rPr>
              <a:t>x,y</a:t>
            </a:r>
            <a:r>
              <a:rPr dirty="0" sz="2000" spc="-10">
                <a:latin typeface="Times New Roman"/>
                <a:cs typeface="Times New Roman"/>
              </a:rPr>
              <a:t>) </a:t>
            </a:r>
            <a:r>
              <a:rPr dirty="0" sz="2000" spc="-10">
                <a:latin typeface="Times New Roman"/>
                <a:cs typeface="Times New Roman"/>
              </a:rPr>
              <a:t>	</a:t>
            </a:r>
            <a:r>
              <a:rPr dirty="0" sz="2000">
                <a:latin typeface="Times New Roman"/>
                <a:cs typeface="Times New Roman"/>
              </a:rPr>
              <a:t>else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suppress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it,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g</a:t>
            </a:r>
            <a:r>
              <a:rPr dirty="0" baseline="-17094" sz="1950" i="1">
                <a:latin typeface="Times New Roman"/>
                <a:cs typeface="Times New Roman"/>
              </a:rPr>
              <a:t>N</a:t>
            </a:r>
            <a:r>
              <a:rPr dirty="0" baseline="-17094" sz="1950" spc="-37" i="1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(</a:t>
            </a:r>
            <a:r>
              <a:rPr dirty="0" sz="2000" spc="-10" i="1">
                <a:latin typeface="Times New Roman"/>
                <a:cs typeface="Times New Roman"/>
              </a:rPr>
              <a:t>x,y</a:t>
            </a:r>
            <a:r>
              <a:rPr dirty="0" sz="2000" spc="-10">
                <a:latin typeface="Times New Roman"/>
                <a:cs typeface="Times New Roman"/>
              </a:rPr>
              <a:t>)</a:t>
            </a:r>
            <a:r>
              <a:rPr dirty="0" sz="2000" spc="-10" i="1">
                <a:latin typeface="Times New Roman"/>
                <a:cs typeface="Times New Roman"/>
              </a:rPr>
              <a:t>=0</a:t>
            </a:r>
            <a:endParaRPr sz="2000">
              <a:latin typeface="Times New Roman"/>
              <a:cs typeface="Times New Roman"/>
            </a:endParaRPr>
          </a:p>
          <a:p>
            <a:pPr marL="1550670" indent="-342900">
              <a:lnSpc>
                <a:spcPct val="100000"/>
              </a:lnSpc>
              <a:spcBef>
                <a:spcPts val="495"/>
              </a:spcBef>
              <a:buFont typeface="Trebuchet MS"/>
              <a:buChar char="•"/>
              <a:tabLst>
                <a:tab pos="1550670" algn="l"/>
              </a:tabLst>
            </a:pPr>
            <a:r>
              <a:rPr dirty="0" sz="1800">
                <a:latin typeface="Times New Roman"/>
                <a:cs typeface="Times New Roman"/>
              </a:rPr>
              <a:t>If</a:t>
            </a:r>
            <a:r>
              <a:rPr dirty="0" sz="1800" spc="35">
                <a:latin typeface="Times New Roman"/>
                <a:cs typeface="Times New Roman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θ</a:t>
            </a:r>
            <a:r>
              <a:rPr dirty="0" baseline="-17094" sz="1950" i="1">
                <a:latin typeface="Times New Roman"/>
                <a:cs typeface="Times New Roman"/>
              </a:rPr>
              <a:t>Q</a:t>
            </a:r>
            <a:r>
              <a:rPr dirty="0" baseline="-17094" sz="1950" spc="217" i="1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(</a:t>
            </a:r>
            <a:r>
              <a:rPr dirty="0" sz="2000" spc="-10" i="1">
                <a:latin typeface="Times New Roman"/>
                <a:cs typeface="Times New Roman"/>
              </a:rPr>
              <a:t>x</a:t>
            </a:r>
            <a:r>
              <a:rPr dirty="0" sz="2000" spc="-10">
                <a:latin typeface="Times New Roman"/>
                <a:cs typeface="Times New Roman"/>
              </a:rPr>
              <a:t>,</a:t>
            </a:r>
            <a:r>
              <a:rPr dirty="0" sz="2000" spc="-10" i="1">
                <a:latin typeface="Times New Roman"/>
                <a:cs typeface="Times New Roman"/>
              </a:rPr>
              <a:t>y</a:t>
            </a:r>
            <a:r>
              <a:rPr dirty="0" sz="2000" spc="-10">
                <a:latin typeface="Times New Roman"/>
                <a:cs typeface="Times New Roman"/>
              </a:rPr>
              <a:t>)</a:t>
            </a:r>
            <a:r>
              <a:rPr dirty="0" sz="2000" spc="-1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=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0°</a:t>
            </a:r>
            <a:r>
              <a:rPr dirty="0" sz="400">
                <a:latin typeface="Times New Roman"/>
                <a:cs typeface="Times New Roman"/>
              </a:rPr>
              <a:t>◦</a:t>
            </a:r>
            <a:r>
              <a:rPr dirty="0" sz="1800">
                <a:latin typeface="Times New Roman"/>
                <a:cs typeface="Times New Roman"/>
              </a:rPr>
              <a:t>,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then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pixels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(x+1,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y),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(x,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y),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 spc="-30">
                <a:latin typeface="Times New Roman"/>
                <a:cs typeface="Times New Roman"/>
              </a:rPr>
              <a:t>(x−1,</a:t>
            </a:r>
            <a:r>
              <a:rPr dirty="0" sz="1800" spc="-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y)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are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examined.</a:t>
            </a:r>
            <a:endParaRPr sz="1800">
              <a:latin typeface="Times New Roman"/>
              <a:cs typeface="Times New Roman"/>
            </a:endParaRPr>
          </a:p>
          <a:p>
            <a:pPr marL="1550670" indent="-342900">
              <a:lnSpc>
                <a:spcPct val="100000"/>
              </a:lnSpc>
              <a:spcBef>
                <a:spcPts val="505"/>
              </a:spcBef>
              <a:buFont typeface="Trebuchet MS"/>
              <a:buChar char="•"/>
              <a:tabLst>
                <a:tab pos="1550670" algn="l"/>
              </a:tabLst>
            </a:pPr>
            <a:r>
              <a:rPr dirty="0" sz="1800">
                <a:latin typeface="Times New Roman"/>
                <a:cs typeface="Times New Roman"/>
              </a:rPr>
              <a:t>If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θ</a:t>
            </a:r>
            <a:r>
              <a:rPr dirty="0" baseline="-17094" sz="1950" i="1">
                <a:latin typeface="Times New Roman"/>
                <a:cs typeface="Times New Roman"/>
              </a:rPr>
              <a:t>Q</a:t>
            </a:r>
            <a:r>
              <a:rPr dirty="0" baseline="-17094" sz="1950" spc="217" i="1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(</a:t>
            </a:r>
            <a:r>
              <a:rPr dirty="0" sz="2000" spc="-10" i="1">
                <a:latin typeface="Times New Roman"/>
                <a:cs typeface="Times New Roman"/>
              </a:rPr>
              <a:t>x</a:t>
            </a:r>
            <a:r>
              <a:rPr dirty="0" sz="2000" spc="-10">
                <a:latin typeface="Times New Roman"/>
                <a:cs typeface="Times New Roman"/>
              </a:rPr>
              <a:t>,</a:t>
            </a:r>
            <a:r>
              <a:rPr dirty="0" sz="2000" spc="-10" i="1">
                <a:latin typeface="Times New Roman"/>
                <a:cs typeface="Times New Roman"/>
              </a:rPr>
              <a:t>y</a:t>
            </a:r>
            <a:r>
              <a:rPr dirty="0" sz="2000" spc="-10">
                <a:latin typeface="Times New Roman"/>
                <a:cs typeface="Times New Roman"/>
              </a:rPr>
              <a:t>)</a:t>
            </a:r>
            <a:r>
              <a:rPr dirty="0" sz="2000" spc="-1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=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9</a:t>
            </a:r>
            <a:r>
              <a:rPr dirty="0" sz="1800" spc="-5">
                <a:latin typeface="Times New Roman"/>
                <a:cs typeface="Times New Roman"/>
              </a:rPr>
              <a:t>0</a:t>
            </a:r>
            <a:r>
              <a:rPr dirty="0" sz="1800" spc="5">
                <a:latin typeface="Times New Roman"/>
                <a:cs typeface="Times New Roman"/>
              </a:rPr>
              <a:t>°</a:t>
            </a:r>
            <a:r>
              <a:rPr dirty="0" sz="400" spc="5">
                <a:latin typeface="Times New Roman"/>
                <a:cs typeface="Times New Roman"/>
              </a:rPr>
              <a:t>◦</a:t>
            </a:r>
            <a:r>
              <a:rPr dirty="0" sz="1800" spc="5">
                <a:latin typeface="Times New Roman"/>
                <a:cs typeface="Times New Roman"/>
              </a:rPr>
              <a:t>,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then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pixels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(x,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y+1),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(x,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y),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(x,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y−1)</a:t>
            </a:r>
            <a:r>
              <a:rPr dirty="0" sz="1800" spc="-10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are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examined.</a:t>
            </a:r>
            <a:endParaRPr sz="1800">
              <a:latin typeface="Times New Roman"/>
              <a:cs typeface="Times New Roman"/>
            </a:endParaRPr>
          </a:p>
          <a:p>
            <a:pPr marL="1550670" indent="-342900">
              <a:lnSpc>
                <a:spcPct val="100000"/>
              </a:lnSpc>
              <a:spcBef>
                <a:spcPts val="505"/>
              </a:spcBef>
              <a:buFont typeface="Trebuchet MS"/>
              <a:buChar char="•"/>
              <a:tabLst>
                <a:tab pos="1550670" algn="l"/>
              </a:tabLst>
            </a:pPr>
            <a:r>
              <a:rPr dirty="0" sz="1800">
                <a:latin typeface="Times New Roman"/>
                <a:cs typeface="Times New Roman"/>
              </a:rPr>
              <a:t>If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θ</a:t>
            </a:r>
            <a:r>
              <a:rPr dirty="0" baseline="-17094" sz="1950" i="1">
                <a:latin typeface="Times New Roman"/>
                <a:cs typeface="Times New Roman"/>
              </a:rPr>
              <a:t>Q</a:t>
            </a:r>
            <a:r>
              <a:rPr dirty="0" baseline="-17094" sz="1950" spc="202" i="1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(</a:t>
            </a:r>
            <a:r>
              <a:rPr dirty="0" sz="2000" spc="-10" i="1">
                <a:latin typeface="Times New Roman"/>
                <a:cs typeface="Times New Roman"/>
              </a:rPr>
              <a:t>x</a:t>
            </a:r>
            <a:r>
              <a:rPr dirty="0" sz="2000" spc="-10">
                <a:latin typeface="Times New Roman"/>
                <a:cs typeface="Times New Roman"/>
              </a:rPr>
              <a:t>,</a:t>
            </a:r>
            <a:r>
              <a:rPr dirty="0" sz="2000" spc="-10" i="1">
                <a:latin typeface="Times New Roman"/>
                <a:cs typeface="Times New Roman"/>
              </a:rPr>
              <a:t>y</a:t>
            </a:r>
            <a:r>
              <a:rPr dirty="0" sz="2000" spc="-10">
                <a:latin typeface="Times New Roman"/>
                <a:cs typeface="Times New Roman"/>
              </a:rPr>
              <a:t>)</a:t>
            </a:r>
            <a:r>
              <a:rPr dirty="0" sz="2000" spc="-1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=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45°,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then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pixels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(x+1,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y+1),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(x,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y),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40">
                <a:latin typeface="Times New Roman"/>
                <a:cs typeface="Times New Roman"/>
              </a:rPr>
              <a:t>(x−1,</a:t>
            </a:r>
            <a:r>
              <a:rPr dirty="0" sz="1800" spc="-7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y−1)</a:t>
            </a:r>
            <a:r>
              <a:rPr dirty="0" sz="1800" spc="-9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are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examined.</a:t>
            </a:r>
            <a:endParaRPr sz="1800">
              <a:latin typeface="Times New Roman"/>
              <a:cs typeface="Times New Roman"/>
            </a:endParaRPr>
          </a:p>
          <a:p>
            <a:pPr marL="1550670" indent="-342900">
              <a:lnSpc>
                <a:spcPct val="100000"/>
              </a:lnSpc>
              <a:spcBef>
                <a:spcPts val="490"/>
              </a:spcBef>
              <a:buFont typeface="Trebuchet MS"/>
              <a:buChar char="•"/>
              <a:tabLst>
                <a:tab pos="1550670" algn="l"/>
              </a:tabLst>
            </a:pPr>
            <a:r>
              <a:rPr dirty="0" sz="1800">
                <a:latin typeface="Times New Roman"/>
                <a:cs typeface="Times New Roman"/>
              </a:rPr>
              <a:t>If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θ</a:t>
            </a:r>
            <a:r>
              <a:rPr dirty="0" baseline="-17094" sz="1950" i="1">
                <a:latin typeface="Times New Roman"/>
                <a:cs typeface="Times New Roman"/>
              </a:rPr>
              <a:t>Q</a:t>
            </a:r>
            <a:r>
              <a:rPr dirty="0" baseline="-17094" sz="1950" spc="225" i="1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(</a:t>
            </a:r>
            <a:r>
              <a:rPr dirty="0" sz="2000" spc="-10" i="1">
                <a:latin typeface="Times New Roman"/>
                <a:cs typeface="Times New Roman"/>
              </a:rPr>
              <a:t>x</a:t>
            </a:r>
            <a:r>
              <a:rPr dirty="0" sz="2000" spc="-10">
                <a:latin typeface="Times New Roman"/>
                <a:cs typeface="Times New Roman"/>
              </a:rPr>
              <a:t>,</a:t>
            </a:r>
            <a:r>
              <a:rPr dirty="0" sz="2000" spc="-10" i="1">
                <a:latin typeface="Times New Roman"/>
                <a:cs typeface="Times New Roman"/>
              </a:rPr>
              <a:t>y</a:t>
            </a:r>
            <a:r>
              <a:rPr dirty="0" sz="2000" spc="-10">
                <a:latin typeface="Times New Roman"/>
                <a:cs typeface="Times New Roman"/>
              </a:rPr>
              <a:t>)</a:t>
            </a:r>
            <a:r>
              <a:rPr dirty="0" sz="2000" spc="-1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=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135°</a:t>
            </a:r>
            <a:r>
              <a:rPr dirty="0" sz="400">
                <a:latin typeface="Times New Roman"/>
                <a:cs typeface="Times New Roman"/>
              </a:rPr>
              <a:t>◦</a:t>
            </a:r>
            <a:r>
              <a:rPr dirty="0" sz="1800">
                <a:latin typeface="Times New Roman"/>
                <a:cs typeface="Times New Roman"/>
              </a:rPr>
              <a:t>,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then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pixels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(x+1,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y-1),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(x,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y),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 spc="-35">
                <a:latin typeface="Times New Roman"/>
                <a:cs typeface="Times New Roman"/>
              </a:rPr>
              <a:t>(x−1,</a:t>
            </a:r>
            <a:r>
              <a:rPr dirty="0" sz="1800" spc="-8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y+1)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are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examined.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568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Canny</a:t>
            </a:r>
            <a:r>
              <a:rPr dirty="0" spc="-220"/>
              <a:t> </a:t>
            </a:r>
            <a:r>
              <a:rPr dirty="0"/>
              <a:t>Edge</a:t>
            </a:r>
            <a:r>
              <a:rPr dirty="0" spc="-215"/>
              <a:t> </a:t>
            </a:r>
            <a:r>
              <a:rPr dirty="0" spc="-10"/>
              <a:t>Detector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135278" y="1304278"/>
            <a:ext cx="5476240" cy="1425575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 marL="367030" indent="-341630">
              <a:lnSpc>
                <a:spcPct val="100000"/>
              </a:lnSpc>
              <a:spcBef>
                <a:spcPts val="795"/>
              </a:spcBef>
              <a:buFont typeface="Trebuchet MS"/>
              <a:buChar char="•"/>
              <a:tabLst>
                <a:tab pos="367030" algn="l"/>
              </a:tabLst>
            </a:pPr>
            <a:r>
              <a:rPr dirty="0" sz="2800">
                <a:latin typeface="Times New Roman"/>
                <a:cs typeface="Times New Roman"/>
              </a:rPr>
              <a:t>Canny</a:t>
            </a:r>
            <a:r>
              <a:rPr dirty="0" sz="2800" spc="-1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–</a:t>
            </a:r>
            <a:r>
              <a:rPr dirty="0" sz="2800" spc="6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Edge</a:t>
            </a:r>
            <a:r>
              <a:rPr dirty="0" sz="2800" spc="-1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Tracking</a:t>
            </a:r>
            <a:r>
              <a:rPr dirty="0" sz="2800" spc="-90">
                <a:latin typeface="Times New Roman"/>
                <a:cs typeface="Times New Roman"/>
              </a:rPr>
              <a:t> </a:t>
            </a:r>
            <a:r>
              <a:rPr dirty="0" sz="2800" spc="-20">
                <a:latin typeface="Times New Roman"/>
                <a:cs typeface="Times New Roman"/>
              </a:rPr>
              <a:t>(1):</a:t>
            </a:r>
            <a:endParaRPr sz="2800">
              <a:latin typeface="Times New Roman"/>
              <a:cs typeface="Times New Roman"/>
            </a:endParaRPr>
          </a:p>
          <a:p>
            <a:pPr lvl="1" marL="768985" indent="-287020">
              <a:lnSpc>
                <a:spcPct val="100000"/>
              </a:lnSpc>
              <a:spcBef>
                <a:spcPts val="605"/>
              </a:spcBef>
              <a:buFont typeface="Trebuchet MS"/>
              <a:buChar char="–"/>
              <a:tabLst>
                <a:tab pos="768985" algn="l"/>
              </a:tabLst>
            </a:pPr>
            <a:r>
              <a:rPr dirty="0" sz="2400">
                <a:latin typeface="Times New Roman"/>
                <a:cs typeface="Times New Roman"/>
              </a:rPr>
              <a:t>Select</a:t>
            </a:r>
            <a:r>
              <a:rPr dirty="0" sz="2400" spc="-8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two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threshold</a:t>
            </a:r>
            <a:r>
              <a:rPr dirty="0" sz="2400" spc="-6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(</a:t>
            </a:r>
            <a:r>
              <a:rPr dirty="0" sz="2400" i="1">
                <a:latin typeface="Times New Roman"/>
                <a:cs typeface="Times New Roman"/>
              </a:rPr>
              <a:t>T</a:t>
            </a:r>
            <a:r>
              <a:rPr dirty="0" baseline="-17361" sz="2400" i="1">
                <a:latin typeface="Times New Roman"/>
                <a:cs typeface="Times New Roman"/>
              </a:rPr>
              <a:t>H</a:t>
            </a:r>
            <a:r>
              <a:rPr dirty="0" sz="2400">
                <a:latin typeface="Times New Roman"/>
                <a:cs typeface="Times New Roman"/>
              </a:rPr>
              <a:t>,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 i="1">
                <a:latin typeface="Times New Roman"/>
                <a:cs typeface="Times New Roman"/>
              </a:rPr>
              <a:t>T</a:t>
            </a:r>
            <a:r>
              <a:rPr dirty="0" baseline="-17361" sz="2400" i="1">
                <a:latin typeface="Times New Roman"/>
                <a:cs typeface="Times New Roman"/>
              </a:rPr>
              <a:t>L</a:t>
            </a:r>
            <a:r>
              <a:rPr dirty="0" sz="2400">
                <a:latin typeface="Times New Roman"/>
                <a:cs typeface="Times New Roman"/>
              </a:rPr>
              <a:t>),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 i="1">
                <a:latin typeface="Times New Roman"/>
                <a:cs typeface="Times New Roman"/>
              </a:rPr>
              <a:t>T</a:t>
            </a:r>
            <a:r>
              <a:rPr dirty="0" baseline="-17361" sz="2400" i="1">
                <a:latin typeface="Times New Roman"/>
                <a:cs typeface="Times New Roman"/>
              </a:rPr>
              <a:t>H</a:t>
            </a:r>
            <a:r>
              <a:rPr dirty="0" baseline="-17361" sz="2400" spc="-44" i="1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=</a:t>
            </a:r>
            <a:r>
              <a:rPr dirty="0" sz="2400" spc="-60">
                <a:latin typeface="Times New Roman"/>
                <a:cs typeface="Times New Roman"/>
              </a:rPr>
              <a:t> </a:t>
            </a:r>
            <a:r>
              <a:rPr dirty="0" sz="2400" spc="-25" i="1">
                <a:latin typeface="Times New Roman"/>
                <a:cs typeface="Times New Roman"/>
              </a:rPr>
              <a:t>k</a:t>
            </a:r>
            <a:r>
              <a:rPr dirty="0" sz="2400" spc="-25">
                <a:latin typeface="Times New Roman"/>
                <a:cs typeface="Times New Roman"/>
              </a:rPr>
              <a:t>T</a:t>
            </a:r>
            <a:r>
              <a:rPr dirty="0" baseline="-17361" sz="2400" spc="-37" i="1">
                <a:latin typeface="Times New Roman"/>
                <a:cs typeface="Times New Roman"/>
              </a:rPr>
              <a:t>L</a:t>
            </a:r>
            <a:endParaRPr baseline="-17361" sz="2400">
              <a:latin typeface="Times New Roman"/>
              <a:cs typeface="Times New Roman"/>
            </a:endParaRPr>
          </a:p>
          <a:p>
            <a:pPr lvl="1" marL="768985" indent="-287020">
              <a:lnSpc>
                <a:spcPct val="100000"/>
              </a:lnSpc>
              <a:spcBef>
                <a:spcPts val="605"/>
              </a:spcBef>
              <a:buChar char="–"/>
              <a:tabLst>
                <a:tab pos="768985" algn="l"/>
              </a:tabLst>
            </a:pPr>
            <a:r>
              <a:rPr dirty="0" sz="2400">
                <a:latin typeface="Times New Roman"/>
                <a:cs typeface="Times New Roman"/>
              </a:rPr>
              <a:t>Form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two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images using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two </a:t>
            </a:r>
            <a:r>
              <a:rPr dirty="0" sz="2400" spc="-10">
                <a:latin typeface="Times New Roman"/>
                <a:cs typeface="Times New Roman"/>
              </a:rPr>
              <a:t>threshold: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580641" y="4911516"/>
            <a:ext cx="6015355" cy="952500"/>
          </a:xfrm>
          <a:prstGeom prst="rect">
            <a:avLst/>
          </a:prstGeom>
        </p:spPr>
        <p:txBody>
          <a:bodyPr wrap="square" lIns="0" tIns="787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620"/>
              </a:spcBef>
              <a:tabLst>
                <a:tab pos="319405" algn="l"/>
              </a:tabLst>
            </a:pPr>
            <a:r>
              <a:rPr dirty="0" sz="2400" spc="-50">
                <a:latin typeface="Trebuchet MS"/>
                <a:cs typeface="Trebuchet MS"/>
              </a:rPr>
              <a:t>–</a:t>
            </a:r>
            <a:r>
              <a:rPr dirty="0" sz="2400">
                <a:latin typeface="Trebuchet MS"/>
                <a:cs typeface="Trebuchet MS"/>
              </a:rPr>
              <a:t>	</a:t>
            </a:r>
            <a:r>
              <a:rPr dirty="0" sz="2400">
                <a:latin typeface="Times New Roman"/>
                <a:cs typeface="Times New Roman"/>
              </a:rPr>
              <a:t>Eliminate</a:t>
            </a:r>
            <a:r>
              <a:rPr dirty="0" sz="2400" spc="-7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strong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edge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from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 spc="-25" i="1">
                <a:latin typeface="Times New Roman"/>
                <a:cs typeface="Times New Roman"/>
              </a:rPr>
              <a:t>g</a:t>
            </a:r>
            <a:r>
              <a:rPr dirty="0" baseline="-17361" sz="2400" spc="-37" i="1">
                <a:latin typeface="Times New Roman"/>
                <a:cs typeface="Times New Roman"/>
              </a:rPr>
              <a:t>NH</a:t>
            </a:r>
            <a:endParaRPr baseline="-17361" sz="2400">
              <a:latin typeface="Times New Roman"/>
              <a:cs typeface="Times New Roman"/>
            </a:endParaRPr>
          </a:p>
          <a:p>
            <a:pPr marL="2000885">
              <a:lnSpc>
                <a:spcPct val="100000"/>
              </a:lnSpc>
              <a:spcBef>
                <a:spcPts val="600"/>
              </a:spcBef>
            </a:pPr>
            <a:r>
              <a:rPr dirty="0" sz="2100" i="1">
                <a:solidFill>
                  <a:srgbClr val="0000FF"/>
                </a:solidFill>
                <a:latin typeface="Times New Roman"/>
                <a:cs typeface="Times New Roman"/>
              </a:rPr>
              <a:t>g</a:t>
            </a:r>
            <a:r>
              <a:rPr dirty="0" sz="2100" spc="-305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-20833" sz="1800" i="1">
                <a:solidFill>
                  <a:srgbClr val="0000FF"/>
                </a:solidFill>
                <a:latin typeface="Times New Roman"/>
                <a:cs typeface="Times New Roman"/>
              </a:rPr>
              <a:t>NL</a:t>
            </a:r>
            <a:r>
              <a:rPr dirty="0" baseline="-20833" sz="1800" spc="457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-2020" sz="4125">
                <a:solidFill>
                  <a:srgbClr val="0000FF"/>
                </a:solidFill>
                <a:latin typeface="Symbol"/>
                <a:cs typeface="Symbol"/>
              </a:rPr>
              <a:t></a:t>
            </a:r>
            <a:r>
              <a:rPr dirty="0" sz="2100" i="1">
                <a:solidFill>
                  <a:srgbClr val="0000FF"/>
                </a:solidFill>
                <a:latin typeface="Times New Roman"/>
                <a:cs typeface="Times New Roman"/>
              </a:rPr>
              <a:t>x</a:t>
            </a:r>
            <a:r>
              <a:rPr dirty="0" sz="2100" spc="-70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0000FF"/>
                </a:solidFill>
                <a:latin typeface="Times New Roman"/>
                <a:cs typeface="Times New Roman"/>
              </a:rPr>
              <a:t>,</a:t>
            </a:r>
            <a:r>
              <a:rPr dirty="0" sz="2100" spc="-16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100" i="1">
                <a:solidFill>
                  <a:srgbClr val="0000FF"/>
                </a:solidFill>
                <a:latin typeface="Times New Roman"/>
                <a:cs typeface="Times New Roman"/>
              </a:rPr>
              <a:t>y</a:t>
            </a:r>
            <a:r>
              <a:rPr dirty="0" sz="2100" spc="60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-2020" sz="4125" spc="217">
                <a:solidFill>
                  <a:srgbClr val="0000FF"/>
                </a:solidFill>
                <a:latin typeface="Symbol"/>
                <a:cs typeface="Symbol"/>
              </a:rPr>
              <a:t></a:t>
            </a:r>
            <a:r>
              <a:rPr dirty="0" sz="2100" spc="145">
                <a:solidFill>
                  <a:srgbClr val="0000FF"/>
                </a:solidFill>
                <a:latin typeface="Symbol"/>
                <a:cs typeface="Symbol"/>
              </a:rPr>
              <a:t></a:t>
            </a:r>
            <a:r>
              <a:rPr dirty="0" sz="2100" spc="5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100" i="1">
                <a:solidFill>
                  <a:srgbClr val="0000FF"/>
                </a:solidFill>
                <a:latin typeface="Times New Roman"/>
                <a:cs typeface="Times New Roman"/>
              </a:rPr>
              <a:t>g</a:t>
            </a:r>
            <a:r>
              <a:rPr dirty="0" sz="2100" spc="-290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-20833" sz="1800" i="1">
                <a:solidFill>
                  <a:srgbClr val="0000FF"/>
                </a:solidFill>
                <a:latin typeface="Times New Roman"/>
                <a:cs typeface="Times New Roman"/>
              </a:rPr>
              <a:t>NL</a:t>
            </a:r>
            <a:r>
              <a:rPr dirty="0" baseline="-20833" sz="1800" spc="457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-2020" sz="4125">
                <a:solidFill>
                  <a:srgbClr val="0000FF"/>
                </a:solidFill>
                <a:latin typeface="Symbol"/>
                <a:cs typeface="Symbol"/>
              </a:rPr>
              <a:t></a:t>
            </a:r>
            <a:r>
              <a:rPr dirty="0" sz="2100" i="1">
                <a:solidFill>
                  <a:srgbClr val="0000FF"/>
                </a:solidFill>
                <a:latin typeface="Times New Roman"/>
                <a:cs typeface="Times New Roman"/>
              </a:rPr>
              <a:t>x</a:t>
            </a:r>
            <a:r>
              <a:rPr dirty="0" sz="2100" spc="-65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0000FF"/>
                </a:solidFill>
                <a:latin typeface="Times New Roman"/>
                <a:cs typeface="Times New Roman"/>
              </a:rPr>
              <a:t>,</a:t>
            </a:r>
            <a:r>
              <a:rPr dirty="0" sz="2100" spc="-17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100" i="1">
                <a:solidFill>
                  <a:srgbClr val="0000FF"/>
                </a:solidFill>
                <a:latin typeface="Times New Roman"/>
                <a:cs typeface="Times New Roman"/>
              </a:rPr>
              <a:t>y</a:t>
            </a:r>
            <a:r>
              <a:rPr dirty="0" sz="2100" spc="55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-2020" sz="4125" spc="142">
                <a:solidFill>
                  <a:srgbClr val="0000FF"/>
                </a:solidFill>
                <a:latin typeface="Symbol"/>
                <a:cs typeface="Symbol"/>
              </a:rPr>
              <a:t></a:t>
            </a:r>
            <a:r>
              <a:rPr dirty="0" sz="2100" spc="95">
                <a:solidFill>
                  <a:srgbClr val="0000FF"/>
                </a:solidFill>
                <a:latin typeface="Symbol"/>
                <a:cs typeface="Symbol"/>
              </a:rPr>
              <a:t></a:t>
            </a:r>
            <a:r>
              <a:rPr dirty="0" sz="2100" spc="-5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100" i="1">
                <a:solidFill>
                  <a:srgbClr val="0000FF"/>
                </a:solidFill>
                <a:latin typeface="Times New Roman"/>
                <a:cs typeface="Times New Roman"/>
              </a:rPr>
              <a:t>g</a:t>
            </a:r>
            <a:r>
              <a:rPr dirty="0" sz="2100" spc="-290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-20833" sz="1800" i="1">
                <a:solidFill>
                  <a:srgbClr val="0000FF"/>
                </a:solidFill>
                <a:latin typeface="Times New Roman"/>
                <a:cs typeface="Times New Roman"/>
              </a:rPr>
              <a:t>NH</a:t>
            </a:r>
            <a:r>
              <a:rPr dirty="0" baseline="-20833" sz="1800" spc="150" i="1">
                <a:solidFill>
                  <a:srgbClr val="0000FF"/>
                </a:solidFill>
                <a:latin typeface="Times New Roman"/>
                <a:cs typeface="Times New Roman"/>
              </a:rPr>
              <a:t>  </a:t>
            </a:r>
            <a:r>
              <a:rPr dirty="0" baseline="-2020" sz="4125">
                <a:solidFill>
                  <a:srgbClr val="0000FF"/>
                </a:solidFill>
                <a:latin typeface="Symbol"/>
                <a:cs typeface="Symbol"/>
              </a:rPr>
              <a:t></a:t>
            </a:r>
            <a:r>
              <a:rPr dirty="0" sz="2100" i="1">
                <a:solidFill>
                  <a:srgbClr val="0000FF"/>
                </a:solidFill>
                <a:latin typeface="Times New Roman"/>
                <a:cs typeface="Times New Roman"/>
              </a:rPr>
              <a:t>x</a:t>
            </a:r>
            <a:r>
              <a:rPr dirty="0" sz="2100" spc="-45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0000FF"/>
                </a:solidFill>
                <a:latin typeface="Times New Roman"/>
                <a:cs typeface="Times New Roman"/>
              </a:rPr>
              <a:t>,</a:t>
            </a:r>
            <a:r>
              <a:rPr dirty="0" sz="2100" spc="-17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100" i="1">
                <a:solidFill>
                  <a:srgbClr val="0000FF"/>
                </a:solidFill>
                <a:latin typeface="Times New Roman"/>
                <a:cs typeface="Times New Roman"/>
              </a:rPr>
              <a:t>y</a:t>
            </a:r>
            <a:r>
              <a:rPr dirty="0" sz="2100" spc="70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-2020" sz="4125" spc="-75">
                <a:solidFill>
                  <a:srgbClr val="0000FF"/>
                </a:solidFill>
                <a:latin typeface="Symbol"/>
                <a:cs typeface="Symbol"/>
              </a:rPr>
              <a:t></a:t>
            </a:r>
            <a:endParaRPr baseline="-2020" sz="4125">
              <a:latin typeface="Symbol"/>
              <a:cs typeface="Symbo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812289" y="3214496"/>
            <a:ext cx="46609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11904" sz="3150" i="1">
                <a:solidFill>
                  <a:srgbClr val="0000FF"/>
                </a:solidFill>
                <a:latin typeface="Times New Roman"/>
                <a:cs typeface="Times New Roman"/>
              </a:rPr>
              <a:t>g</a:t>
            </a:r>
            <a:r>
              <a:rPr dirty="0" baseline="11904" sz="3150" spc="-457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1200" spc="35" i="1">
                <a:solidFill>
                  <a:srgbClr val="0000FF"/>
                </a:solidFill>
                <a:latin typeface="Times New Roman"/>
                <a:cs typeface="Times New Roman"/>
              </a:rPr>
              <a:t>NH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296922" y="3075813"/>
            <a:ext cx="1177290" cy="4445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-2020" sz="4125">
                <a:solidFill>
                  <a:srgbClr val="0000FF"/>
                </a:solidFill>
                <a:latin typeface="Symbol"/>
                <a:cs typeface="Symbol"/>
              </a:rPr>
              <a:t></a:t>
            </a:r>
            <a:r>
              <a:rPr dirty="0" sz="2100" i="1">
                <a:solidFill>
                  <a:srgbClr val="0000FF"/>
                </a:solidFill>
                <a:latin typeface="Times New Roman"/>
                <a:cs typeface="Times New Roman"/>
              </a:rPr>
              <a:t>x</a:t>
            </a:r>
            <a:r>
              <a:rPr dirty="0" sz="2100" spc="-90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0000FF"/>
                </a:solidFill>
                <a:latin typeface="Times New Roman"/>
                <a:cs typeface="Times New Roman"/>
              </a:rPr>
              <a:t>,</a:t>
            </a:r>
            <a:r>
              <a:rPr dirty="0" sz="2100" spc="-16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100" i="1">
                <a:solidFill>
                  <a:srgbClr val="0000FF"/>
                </a:solidFill>
                <a:latin typeface="Times New Roman"/>
                <a:cs typeface="Times New Roman"/>
              </a:rPr>
              <a:t>y</a:t>
            </a:r>
            <a:r>
              <a:rPr dirty="0" sz="2100" spc="45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-2020" sz="4125" spc="225">
                <a:solidFill>
                  <a:srgbClr val="0000FF"/>
                </a:solidFill>
                <a:latin typeface="Symbol"/>
                <a:cs typeface="Symbol"/>
              </a:rPr>
              <a:t></a:t>
            </a:r>
            <a:r>
              <a:rPr dirty="0" sz="2100" spc="150">
                <a:solidFill>
                  <a:srgbClr val="0000FF"/>
                </a:solidFill>
                <a:latin typeface="Symbol"/>
                <a:cs typeface="Symbol"/>
              </a:rPr>
              <a:t></a:t>
            </a:r>
            <a:r>
              <a:rPr dirty="0" sz="2100" spc="3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-9259" sz="3150" spc="-75">
                <a:solidFill>
                  <a:srgbClr val="0000FF"/>
                </a:solidFill>
                <a:latin typeface="Symbol"/>
                <a:cs typeface="Symbol"/>
              </a:rPr>
              <a:t></a:t>
            </a:r>
            <a:endParaRPr baseline="-9259" sz="3150">
              <a:latin typeface="Symbol"/>
              <a:cs typeface="Symbo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812289" y="3981958"/>
            <a:ext cx="1609090" cy="4445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100" i="1">
                <a:solidFill>
                  <a:srgbClr val="0000FF"/>
                </a:solidFill>
                <a:latin typeface="Times New Roman"/>
                <a:cs typeface="Times New Roman"/>
              </a:rPr>
              <a:t>g</a:t>
            </a:r>
            <a:r>
              <a:rPr dirty="0" sz="2100" spc="-305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-20833" sz="1800" i="1">
                <a:solidFill>
                  <a:srgbClr val="0000FF"/>
                </a:solidFill>
                <a:latin typeface="Times New Roman"/>
                <a:cs typeface="Times New Roman"/>
              </a:rPr>
              <a:t>NL</a:t>
            </a:r>
            <a:r>
              <a:rPr dirty="0" baseline="-20833" sz="1800" spc="450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-2020" sz="4125">
                <a:solidFill>
                  <a:srgbClr val="0000FF"/>
                </a:solidFill>
                <a:latin typeface="Symbol"/>
                <a:cs typeface="Symbol"/>
              </a:rPr>
              <a:t></a:t>
            </a:r>
            <a:r>
              <a:rPr dirty="0" sz="2100" i="1">
                <a:solidFill>
                  <a:srgbClr val="0000FF"/>
                </a:solidFill>
                <a:latin typeface="Times New Roman"/>
                <a:cs typeface="Times New Roman"/>
              </a:rPr>
              <a:t>x</a:t>
            </a:r>
            <a:r>
              <a:rPr dirty="0" sz="2100" spc="-65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0000FF"/>
                </a:solidFill>
                <a:latin typeface="Times New Roman"/>
                <a:cs typeface="Times New Roman"/>
              </a:rPr>
              <a:t>,</a:t>
            </a:r>
            <a:r>
              <a:rPr dirty="0" sz="2100" spc="-16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100" i="1">
                <a:solidFill>
                  <a:srgbClr val="0000FF"/>
                </a:solidFill>
                <a:latin typeface="Times New Roman"/>
                <a:cs typeface="Times New Roman"/>
              </a:rPr>
              <a:t>y</a:t>
            </a:r>
            <a:r>
              <a:rPr dirty="0" sz="2100" spc="60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-2020" sz="4125" spc="217">
                <a:solidFill>
                  <a:srgbClr val="0000FF"/>
                </a:solidFill>
                <a:latin typeface="Symbol"/>
                <a:cs typeface="Symbol"/>
              </a:rPr>
              <a:t></a:t>
            </a:r>
            <a:r>
              <a:rPr dirty="0" sz="2100" spc="145">
                <a:solidFill>
                  <a:srgbClr val="0000FF"/>
                </a:solidFill>
                <a:latin typeface="Symbol"/>
                <a:cs typeface="Symbol"/>
              </a:rPr>
              <a:t></a:t>
            </a:r>
            <a:r>
              <a:rPr dirty="0" sz="2100" spc="4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-9259" sz="3150" spc="-75">
                <a:solidFill>
                  <a:srgbClr val="0000FF"/>
                </a:solidFill>
                <a:latin typeface="Symbol"/>
                <a:cs typeface="Symbol"/>
              </a:rPr>
              <a:t></a:t>
            </a:r>
            <a:endParaRPr baseline="-9259" sz="3150">
              <a:latin typeface="Symbol"/>
              <a:cs typeface="Symbo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209925" y="2873197"/>
            <a:ext cx="2289810" cy="1778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9060">
              <a:lnSpc>
                <a:spcPct val="100000"/>
              </a:lnSpc>
              <a:spcBef>
                <a:spcPts val="100"/>
              </a:spcBef>
              <a:tabLst>
                <a:tab pos="636905" algn="l"/>
              </a:tabLst>
            </a:pPr>
            <a:r>
              <a:rPr dirty="0" sz="2100" spc="-25">
                <a:solidFill>
                  <a:srgbClr val="0000FF"/>
                </a:solidFill>
                <a:latin typeface="Symbol"/>
                <a:cs typeface="Symbol"/>
              </a:rPr>
              <a:t></a:t>
            </a:r>
            <a:r>
              <a:rPr dirty="0" sz="2100" spc="-25">
                <a:solidFill>
                  <a:srgbClr val="0000FF"/>
                </a:solidFill>
                <a:latin typeface="Times New Roman"/>
                <a:cs typeface="Times New Roman"/>
              </a:rPr>
              <a:t>1</a:t>
            </a:r>
            <a:r>
              <a:rPr dirty="0" sz="210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dirty="0" sz="2100" i="1">
                <a:solidFill>
                  <a:srgbClr val="0000FF"/>
                </a:solidFill>
                <a:latin typeface="Times New Roman"/>
                <a:cs typeface="Times New Roman"/>
              </a:rPr>
              <a:t>g</a:t>
            </a:r>
            <a:r>
              <a:rPr dirty="0" sz="2100" spc="-305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-20833" sz="1800" i="1">
                <a:solidFill>
                  <a:srgbClr val="0000FF"/>
                </a:solidFill>
                <a:latin typeface="Times New Roman"/>
                <a:cs typeface="Times New Roman"/>
              </a:rPr>
              <a:t>N</a:t>
            </a:r>
            <a:r>
              <a:rPr dirty="0" baseline="-20833" sz="1800" spc="157" i="1">
                <a:solidFill>
                  <a:srgbClr val="0000FF"/>
                </a:solidFill>
                <a:latin typeface="Times New Roman"/>
                <a:cs typeface="Times New Roman"/>
              </a:rPr>
              <a:t>  </a:t>
            </a:r>
            <a:r>
              <a:rPr dirty="0" baseline="-2020" sz="4125">
                <a:solidFill>
                  <a:srgbClr val="0000FF"/>
                </a:solidFill>
                <a:latin typeface="Symbol"/>
                <a:cs typeface="Symbol"/>
              </a:rPr>
              <a:t></a:t>
            </a:r>
            <a:r>
              <a:rPr dirty="0" sz="2100" i="1">
                <a:solidFill>
                  <a:srgbClr val="0000FF"/>
                </a:solidFill>
                <a:latin typeface="Times New Roman"/>
                <a:cs typeface="Times New Roman"/>
              </a:rPr>
              <a:t>x</a:t>
            </a:r>
            <a:r>
              <a:rPr dirty="0" sz="2100" spc="-65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0000FF"/>
                </a:solidFill>
                <a:latin typeface="Times New Roman"/>
                <a:cs typeface="Times New Roman"/>
              </a:rPr>
              <a:t>,</a:t>
            </a:r>
            <a:r>
              <a:rPr dirty="0" sz="2100" spc="-16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100" i="1">
                <a:solidFill>
                  <a:srgbClr val="0000FF"/>
                </a:solidFill>
                <a:latin typeface="Times New Roman"/>
                <a:cs typeface="Times New Roman"/>
              </a:rPr>
              <a:t>y</a:t>
            </a:r>
            <a:r>
              <a:rPr dirty="0" sz="2100" spc="45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-2020" sz="4125" spc="209">
                <a:solidFill>
                  <a:srgbClr val="0000FF"/>
                </a:solidFill>
                <a:latin typeface="Symbol"/>
                <a:cs typeface="Symbol"/>
              </a:rPr>
              <a:t></a:t>
            </a:r>
            <a:r>
              <a:rPr dirty="0" sz="2100" spc="140">
                <a:solidFill>
                  <a:srgbClr val="0000FF"/>
                </a:solidFill>
                <a:latin typeface="Symbol"/>
                <a:cs typeface="Symbol"/>
              </a:rPr>
              <a:t></a:t>
            </a:r>
            <a:r>
              <a:rPr dirty="0" sz="2100" spc="-32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100" spc="25" i="1">
                <a:solidFill>
                  <a:srgbClr val="0000FF"/>
                </a:solidFill>
                <a:latin typeface="Times New Roman"/>
                <a:cs typeface="Times New Roman"/>
              </a:rPr>
              <a:t>T</a:t>
            </a:r>
            <a:r>
              <a:rPr dirty="0" baseline="-20833" sz="1800" spc="37" i="1">
                <a:solidFill>
                  <a:srgbClr val="0000FF"/>
                </a:solidFill>
                <a:latin typeface="Times New Roman"/>
                <a:cs typeface="Times New Roman"/>
              </a:rPr>
              <a:t>H</a:t>
            </a:r>
            <a:endParaRPr baseline="-20833" sz="1800">
              <a:latin typeface="Times New Roman"/>
              <a:cs typeface="Times New Roman"/>
            </a:endParaRPr>
          </a:p>
          <a:p>
            <a:pPr marL="99060">
              <a:lnSpc>
                <a:spcPct val="100000"/>
              </a:lnSpc>
              <a:tabLst>
                <a:tab pos="636905" algn="l"/>
              </a:tabLst>
            </a:pPr>
            <a:r>
              <a:rPr dirty="0" baseline="-15873" sz="3150" spc="-37">
                <a:solidFill>
                  <a:srgbClr val="0000FF"/>
                </a:solidFill>
                <a:latin typeface="Symbol"/>
                <a:cs typeface="Symbol"/>
              </a:rPr>
              <a:t></a:t>
            </a:r>
            <a:r>
              <a:rPr dirty="0" sz="2100" spc="-25">
                <a:solidFill>
                  <a:srgbClr val="0000FF"/>
                </a:solidFill>
                <a:latin typeface="Times New Roman"/>
                <a:cs typeface="Times New Roman"/>
              </a:rPr>
              <a:t>0</a:t>
            </a:r>
            <a:r>
              <a:rPr dirty="0" sz="210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dirty="0" sz="2100" i="1">
                <a:solidFill>
                  <a:srgbClr val="0000FF"/>
                </a:solidFill>
                <a:latin typeface="Times New Roman"/>
                <a:cs typeface="Times New Roman"/>
              </a:rPr>
              <a:t>g</a:t>
            </a:r>
            <a:r>
              <a:rPr dirty="0" sz="2100" spc="-305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-20833" sz="1800" i="1">
                <a:solidFill>
                  <a:srgbClr val="0000FF"/>
                </a:solidFill>
                <a:latin typeface="Times New Roman"/>
                <a:cs typeface="Times New Roman"/>
              </a:rPr>
              <a:t>N</a:t>
            </a:r>
            <a:r>
              <a:rPr dirty="0" baseline="-20833" sz="1800" spc="157" i="1">
                <a:solidFill>
                  <a:srgbClr val="0000FF"/>
                </a:solidFill>
                <a:latin typeface="Times New Roman"/>
                <a:cs typeface="Times New Roman"/>
              </a:rPr>
              <a:t>  </a:t>
            </a:r>
            <a:r>
              <a:rPr dirty="0" baseline="-2020" sz="4125">
                <a:solidFill>
                  <a:srgbClr val="0000FF"/>
                </a:solidFill>
                <a:latin typeface="Symbol"/>
                <a:cs typeface="Symbol"/>
              </a:rPr>
              <a:t></a:t>
            </a:r>
            <a:r>
              <a:rPr dirty="0" sz="2100" i="1">
                <a:solidFill>
                  <a:srgbClr val="0000FF"/>
                </a:solidFill>
                <a:latin typeface="Times New Roman"/>
                <a:cs typeface="Times New Roman"/>
              </a:rPr>
              <a:t>x</a:t>
            </a:r>
            <a:r>
              <a:rPr dirty="0" sz="2100" spc="-70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0000FF"/>
                </a:solidFill>
                <a:latin typeface="Times New Roman"/>
                <a:cs typeface="Times New Roman"/>
              </a:rPr>
              <a:t>,</a:t>
            </a:r>
            <a:r>
              <a:rPr dirty="0" sz="2100" spc="-16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100" i="1">
                <a:solidFill>
                  <a:srgbClr val="0000FF"/>
                </a:solidFill>
                <a:latin typeface="Times New Roman"/>
                <a:cs typeface="Times New Roman"/>
              </a:rPr>
              <a:t>y</a:t>
            </a:r>
            <a:r>
              <a:rPr dirty="0" sz="2100" spc="45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-2020" sz="4125" spc="195">
                <a:solidFill>
                  <a:srgbClr val="0000FF"/>
                </a:solidFill>
                <a:latin typeface="Symbol"/>
                <a:cs typeface="Symbol"/>
              </a:rPr>
              <a:t></a:t>
            </a:r>
            <a:r>
              <a:rPr dirty="0" sz="2100" spc="130">
                <a:solidFill>
                  <a:srgbClr val="0000FF"/>
                </a:solidFill>
                <a:latin typeface="Symbol"/>
                <a:cs typeface="Symbol"/>
              </a:rPr>
              <a:t></a:t>
            </a:r>
            <a:r>
              <a:rPr dirty="0" sz="2100" spc="-32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100" spc="25" i="1">
                <a:solidFill>
                  <a:srgbClr val="0000FF"/>
                </a:solidFill>
                <a:latin typeface="Times New Roman"/>
                <a:cs typeface="Times New Roman"/>
              </a:rPr>
              <a:t>T</a:t>
            </a:r>
            <a:r>
              <a:rPr dirty="0" baseline="-20833" sz="1800" spc="37" i="1">
                <a:solidFill>
                  <a:srgbClr val="0000FF"/>
                </a:solidFill>
                <a:latin typeface="Times New Roman"/>
                <a:cs typeface="Times New Roman"/>
              </a:rPr>
              <a:t>H</a:t>
            </a:r>
            <a:endParaRPr baseline="-20833" sz="18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600"/>
              </a:spcBef>
              <a:tabLst>
                <a:tab pos="586740" algn="l"/>
              </a:tabLst>
            </a:pPr>
            <a:r>
              <a:rPr dirty="0" sz="2100" spc="-25">
                <a:solidFill>
                  <a:srgbClr val="0000FF"/>
                </a:solidFill>
                <a:latin typeface="Symbol"/>
                <a:cs typeface="Symbol"/>
              </a:rPr>
              <a:t></a:t>
            </a:r>
            <a:r>
              <a:rPr dirty="0" sz="2100" spc="-25">
                <a:solidFill>
                  <a:srgbClr val="0000FF"/>
                </a:solidFill>
                <a:latin typeface="Times New Roman"/>
                <a:cs typeface="Times New Roman"/>
              </a:rPr>
              <a:t>1</a:t>
            </a:r>
            <a:r>
              <a:rPr dirty="0" sz="210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dirty="0" sz="2100" i="1">
                <a:solidFill>
                  <a:srgbClr val="0000FF"/>
                </a:solidFill>
                <a:latin typeface="Times New Roman"/>
                <a:cs typeface="Times New Roman"/>
              </a:rPr>
              <a:t>g</a:t>
            </a:r>
            <a:r>
              <a:rPr dirty="0" sz="2100" spc="-305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-20833" sz="1800" i="1">
                <a:solidFill>
                  <a:srgbClr val="0000FF"/>
                </a:solidFill>
                <a:latin typeface="Times New Roman"/>
                <a:cs typeface="Times New Roman"/>
              </a:rPr>
              <a:t>N</a:t>
            </a:r>
            <a:r>
              <a:rPr dirty="0" baseline="-20833" sz="1800" spc="157" i="1">
                <a:solidFill>
                  <a:srgbClr val="0000FF"/>
                </a:solidFill>
                <a:latin typeface="Times New Roman"/>
                <a:cs typeface="Times New Roman"/>
              </a:rPr>
              <a:t>  </a:t>
            </a:r>
            <a:r>
              <a:rPr dirty="0" baseline="-2020" sz="4125">
                <a:solidFill>
                  <a:srgbClr val="0000FF"/>
                </a:solidFill>
                <a:latin typeface="Symbol"/>
                <a:cs typeface="Symbol"/>
              </a:rPr>
              <a:t></a:t>
            </a:r>
            <a:r>
              <a:rPr dirty="0" sz="2100" i="1">
                <a:solidFill>
                  <a:srgbClr val="0000FF"/>
                </a:solidFill>
                <a:latin typeface="Times New Roman"/>
                <a:cs typeface="Times New Roman"/>
              </a:rPr>
              <a:t>x</a:t>
            </a:r>
            <a:r>
              <a:rPr dirty="0" sz="2100" spc="-65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0000FF"/>
                </a:solidFill>
                <a:latin typeface="Times New Roman"/>
                <a:cs typeface="Times New Roman"/>
              </a:rPr>
              <a:t>,</a:t>
            </a:r>
            <a:r>
              <a:rPr dirty="0" sz="2100" spc="-16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100" i="1">
                <a:solidFill>
                  <a:srgbClr val="0000FF"/>
                </a:solidFill>
                <a:latin typeface="Times New Roman"/>
                <a:cs typeface="Times New Roman"/>
              </a:rPr>
              <a:t>y</a:t>
            </a:r>
            <a:r>
              <a:rPr dirty="0" sz="2100" spc="45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-2020" sz="4125" spc="209">
                <a:solidFill>
                  <a:srgbClr val="0000FF"/>
                </a:solidFill>
                <a:latin typeface="Symbol"/>
                <a:cs typeface="Symbol"/>
              </a:rPr>
              <a:t></a:t>
            </a:r>
            <a:r>
              <a:rPr dirty="0" sz="2100" spc="140">
                <a:solidFill>
                  <a:srgbClr val="0000FF"/>
                </a:solidFill>
                <a:latin typeface="Symbol"/>
                <a:cs typeface="Symbol"/>
              </a:rPr>
              <a:t></a:t>
            </a:r>
            <a:r>
              <a:rPr dirty="0" sz="2100" spc="-32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100" spc="-25" i="1">
                <a:solidFill>
                  <a:srgbClr val="0000FF"/>
                </a:solidFill>
                <a:latin typeface="Times New Roman"/>
                <a:cs typeface="Times New Roman"/>
              </a:rPr>
              <a:t>T</a:t>
            </a:r>
            <a:r>
              <a:rPr dirty="0" baseline="-20833" sz="1800" spc="-37" i="1">
                <a:solidFill>
                  <a:srgbClr val="0000FF"/>
                </a:solidFill>
                <a:latin typeface="Times New Roman"/>
                <a:cs typeface="Times New Roman"/>
              </a:rPr>
              <a:t>L</a:t>
            </a:r>
            <a:endParaRPr baseline="-20833" sz="18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tabLst>
                <a:tab pos="588645" algn="l"/>
              </a:tabLst>
            </a:pPr>
            <a:r>
              <a:rPr dirty="0" baseline="-15873" sz="3150" spc="-37">
                <a:solidFill>
                  <a:srgbClr val="0000FF"/>
                </a:solidFill>
                <a:latin typeface="Symbol"/>
                <a:cs typeface="Symbol"/>
              </a:rPr>
              <a:t></a:t>
            </a:r>
            <a:r>
              <a:rPr dirty="0" sz="2100" spc="-25">
                <a:solidFill>
                  <a:srgbClr val="0000FF"/>
                </a:solidFill>
                <a:latin typeface="Times New Roman"/>
                <a:cs typeface="Times New Roman"/>
              </a:rPr>
              <a:t>0</a:t>
            </a:r>
            <a:r>
              <a:rPr dirty="0" sz="210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dirty="0" sz="2100" i="1">
                <a:solidFill>
                  <a:srgbClr val="0000FF"/>
                </a:solidFill>
                <a:latin typeface="Times New Roman"/>
                <a:cs typeface="Times New Roman"/>
              </a:rPr>
              <a:t>g</a:t>
            </a:r>
            <a:r>
              <a:rPr dirty="0" sz="2100" spc="-305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-20833" sz="1800" i="1">
                <a:solidFill>
                  <a:srgbClr val="0000FF"/>
                </a:solidFill>
                <a:latin typeface="Times New Roman"/>
                <a:cs typeface="Times New Roman"/>
              </a:rPr>
              <a:t>N</a:t>
            </a:r>
            <a:r>
              <a:rPr dirty="0" baseline="-20833" sz="1800" spc="157" i="1">
                <a:solidFill>
                  <a:srgbClr val="0000FF"/>
                </a:solidFill>
                <a:latin typeface="Times New Roman"/>
                <a:cs typeface="Times New Roman"/>
              </a:rPr>
              <a:t>  </a:t>
            </a:r>
            <a:r>
              <a:rPr dirty="0" baseline="-2020" sz="4125">
                <a:solidFill>
                  <a:srgbClr val="0000FF"/>
                </a:solidFill>
                <a:latin typeface="Symbol"/>
                <a:cs typeface="Symbol"/>
              </a:rPr>
              <a:t></a:t>
            </a:r>
            <a:r>
              <a:rPr dirty="0" sz="2100" i="1">
                <a:solidFill>
                  <a:srgbClr val="0000FF"/>
                </a:solidFill>
                <a:latin typeface="Times New Roman"/>
                <a:cs typeface="Times New Roman"/>
              </a:rPr>
              <a:t>x</a:t>
            </a:r>
            <a:r>
              <a:rPr dirty="0" sz="2100" spc="-70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0000FF"/>
                </a:solidFill>
                <a:latin typeface="Times New Roman"/>
                <a:cs typeface="Times New Roman"/>
              </a:rPr>
              <a:t>,</a:t>
            </a:r>
            <a:r>
              <a:rPr dirty="0" sz="2100" spc="-16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100" i="1">
                <a:solidFill>
                  <a:srgbClr val="0000FF"/>
                </a:solidFill>
                <a:latin typeface="Times New Roman"/>
                <a:cs typeface="Times New Roman"/>
              </a:rPr>
              <a:t>y</a:t>
            </a:r>
            <a:r>
              <a:rPr dirty="0" sz="2100" spc="45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-2020" sz="4125" spc="195">
                <a:solidFill>
                  <a:srgbClr val="0000FF"/>
                </a:solidFill>
                <a:latin typeface="Symbol"/>
                <a:cs typeface="Symbol"/>
              </a:rPr>
              <a:t></a:t>
            </a:r>
            <a:r>
              <a:rPr dirty="0" sz="2100" spc="130">
                <a:solidFill>
                  <a:srgbClr val="0000FF"/>
                </a:solidFill>
                <a:latin typeface="Symbol"/>
                <a:cs typeface="Symbol"/>
              </a:rPr>
              <a:t></a:t>
            </a:r>
            <a:r>
              <a:rPr dirty="0" sz="2100" spc="-32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100" spc="-25" i="1">
                <a:solidFill>
                  <a:srgbClr val="0000FF"/>
                </a:solidFill>
                <a:latin typeface="Times New Roman"/>
                <a:cs typeface="Times New Roman"/>
              </a:rPr>
              <a:t>T</a:t>
            </a:r>
            <a:r>
              <a:rPr dirty="0" baseline="-20833" sz="1800" spc="-37" i="1">
                <a:solidFill>
                  <a:srgbClr val="0000FF"/>
                </a:solidFill>
                <a:latin typeface="Times New Roman"/>
                <a:cs typeface="Times New Roman"/>
              </a:rPr>
              <a:t>L</a:t>
            </a:r>
            <a:endParaRPr baseline="-20833" sz="180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756275" y="3159378"/>
            <a:ext cx="254571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>
                <a:solidFill>
                  <a:srgbClr val="0000FF"/>
                </a:solidFill>
                <a:latin typeface="Times New Roman"/>
                <a:cs typeface="Times New Roman"/>
              </a:rPr>
              <a:t>Fewer</a:t>
            </a:r>
            <a:r>
              <a:rPr dirty="0" sz="2100" spc="3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0000FF"/>
                </a:solidFill>
                <a:latin typeface="Times New Roman"/>
                <a:cs typeface="Times New Roman"/>
              </a:rPr>
              <a:t>and</a:t>
            </a:r>
            <a:r>
              <a:rPr dirty="0" sz="2100" spc="1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0000FF"/>
                </a:solidFill>
                <a:latin typeface="Times New Roman"/>
                <a:cs typeface="Times New Roman"/>
              </a:rPr>
              <a:t>Strong </a:t>
            </a:r>
            <a:r>
              <a:rPr dirty="0" sz="2100" spc="-20">
                <a:solidFill>
                  <a:srgbClr val="0000FF"/>
                </a:solidFill>
                <a:latin typeface="Times New Roman"/>
                <a:cs typeface="Times New Roman"/>
              </a:rPr>
              <a:t>Edge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657469" y="4065219"/>
            <a:ext cx="3125470" cy="346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>
                <a:solidFill>
                  <a:srgbClr val="0000FF"/>
                </a:solidFill>
                <a:latin typeface="Times New Roman"/>
                <a:cs typeface="Times New Roman"/>
              </a:rPr>
              <a:t>More</a:t>
            </a:r>
            <a:r>
              <a:rPr dirty="0" sz="2100" spc="-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0000FF"/>
                </a:solidFill>
                <a:latin typeface="Times New Roman"/>
                <a:cs typeface="Times New Roman"/>
              </a:rPr>
              <a:t>and</a:t>
            </a:r>
            <a:r>
              <a:rPr dirty="0" sz="2100" spc="-6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0000FF"/>
                </a:solidFill>
                <a:latin typeface="Times New Roman"/>
                <a:cs typeface="Times New Roman"/>
              </a:rPr>
              <a:t>Weak/Strong</a:t>
            </a:r>
            <a:r>
              <a:rPr dirty="0" sz="2100" spc="-3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100" spc="-20">
                <a:solidFill>
                  <a:srgbClr val="0000FF"/>
                </a:solidFill>
                <a:latin typeface="Times New Roman"/>
                <a:cs typeface="Times New Roman"/>
              </a:rPr>
              <a:t>Edge</a:t>
            </a:r>
            <a:endParaRPr sz="2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568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Canny</a:t>
            </a:r>
            <a:r>
              <a:rPr dirty="0" spc="-220"/>
              <a:t> </a:t>
            </a:r>
            <a:r>
              <a:rPr dirty="0"/>
              <a:t>Edge</a:t>
            </a:r>
            <a:r>
              <a:rPr dirty="0" spc="-215"/>
              <a:t> </a:t>
            </a:r>
            <a:r>
              <a:rPr dirty="0" spc="-10"/>
              <a:t>Detector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014475" y="1474620"/>
            <a:ext cx="7346950" cy="4536440"/>
          </a:xfrm>
          <a:prstGeom prst="rect">
            <a:avLst/>
          </a:prstGeom>
        </p:spPr>
        <p:txBody>
          <a:bodyPr wrap="square" lIns="0" tIns="81915" rIns="0" bIns="0" rtlCol="0" vert="horz">
            <a:spAutoFit/>
          </a:bodyPr>
          <a:lstStyle/>
          <a:p>
            <a:pPr marL="392430" indent="-341630">
              <a:lnSpc>
                <a:spcPct val="100000"/>
              </a:lnSpc>
              <a:spcBef>
                <a:spcPts val="645"/>
              </a:spcBef>
              <a:buFont typeface="Trebuchet MS"/>
              <a:buChar char="•"/>
              <a:tabLst>
                <a:tab pos="392430" algn="l"/>
              </a:tabLst>
            </a:pPr>
            <a:r>
              <a:rPr dirty="0" sz="2800">
                <a:latin typeface="Times New Roman"/>
                <a:cs typeface="Times New Roman"/>
              </a:rPr>
              <a:t>Canny</a:t>
            </a:r>
            <a:r>
              <a:rPr dirty="0" sz="2800" spc="-114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–</a:t>
            </a:r>
            <a:r>
              <a:rPr dirty="0" sz="2800" spc="9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Edge</a:t>
            </a:r>
            <a:r>
              <a:rPr dirty="0" sz="2800" spc="-12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Tracking</a:t>
            </a:r>
            <a:r>
              <a:rPr dirty="0" sz="2800" spc="-85">
                <a:latin typeface="Times New Roman"/>
                <a:cs typeface="Times New Roman"/>
              </a:rPr>
              <a:t> </a:t>
            </a:r>
            <a:r>
              <a:rPr dirty="0" sz="2800" spc="-20">
                <a:latin typeface="Times New Roman"/>
                <a:cs typeface="Times New Roman"/>
              </a:rPr>
              <a:t>(2):</a:t>
            </a:r>
            <a:endParaRPr sz="2800">
              <a:latin typeface="Times New Roman"/>
              <a:cs typeface="Times New Roman"/>
            </a:endParaRPr>
          </a:p>
          <a:p>
            <a:pPr lvl="1" marL="794385" marR="1264920" indent="-287020">
              <a:lnSpc>
                <a:spcPct val="100400"/>
              </a:lnSpc>
              <a:spcBef>
                <a:spcPts val="459"/>
              </a:spcBef>
              <a:buFont typeface="Trebuchet MS"/>
              <a:buChar char="–"/>
              <a:tabLst>
                <a:tab pos="794385" algn="l"/>
              </a:tabLst>
            </a:pPr>
            <a:r>
              <a:rPr dirty="0" sz="2400">
                <a:latin typeface="Times New Roman"/>
                <a:cs typeface="Times New Roman"/>
              </a:rPr>
              <a:t>All</a:t>
            </a:r>
            <a:r>
              <a:rPr dirty="0" sz="2400" spc="-5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strong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edge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 i="1">
                <a:latin typeface="Times New Roman"/>
                <a:cs typeface="Times New Roman"/>
              </a:rPr>
              <a:t>g</a:t>
            </a:r>
            <a:r>
              <a:rPr dirty="0" baseline="-17361" sz="2400" i="1">
                <a:latin typeface="Times New Roman"/>
                <a:cs typeface="Times New Roman"/>
              </a:rPr>
              <a:t>NH</a:t>
            </a:r>
            <a:r>
              <a:rPr dirty="0" baseline="-17361" sz="2400" spc="150" i="1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are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store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marked immediately.</a:t>
            </a:r>
            <a:endParaRPr sz="2400">
              <a:latin typeface="Times New Roman"/>
              <a:cs typeface="Times New Roman"/>
            </a:endParaRPr>
          </a:p>
          <a:p>
            <a:pPr lvl="1" marL="794385" indent="-286385">
              <a:lnSpc>
                <a:spcPct val="100000"/>
              </a:lnSpc>
              <a:spcBef>
                <a:spcPts val="770"/>
              </a:spcBef>
              <a:buFont typeface="Trebuchet MS"/>
              <a:buChar char="–"/>
              <a:tabLst>
                <a:tab pos="794385" algn="l"/>
              </a:tabLst>
            </a:pPr>
            <a:r>
              <a:rPr dirty="0" sz="2400">
                <a:latin typeface="Times New Roman"/>
                <a:cs typeface="Times New Roman"/>
              </a:rPr>
              <a:t>Gaps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 i="1">
                <a:latin typeface="Times New Roman"/>
                <a:cs typeface="Times New Roman"/>
              </a:rPr>
              <a:t>g</a:t>
            </a:r>
            <a:r>
              <a:rPr dirty="0" baseline="-17361" sz="2400" i="1">
                <a:latin typeface="Times New Roman"/>
                <a:cs typeface="Times New Roman"/>
              </a:rPr>
              <a:t>NH</a:t>
            </a:r>
            <a:r>
              <a:rPr dirty="0" baseline="-17361" sz="2400" spc="75" i="1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with</a:t>
            </a:r>
            <a:r>
              <a:rPr dirty="0" sz="2400" spc="-6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fill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using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 spc="-25" i="1">
                <a:latin typeface="Times New Roman"/>
                <a:cs typeface="Times New Roman"/>
              </a:rPr>
              <a:t>g</a:t>
            </a:r>
            <a:r>
              <a:rPr dirty="0" baseline="-17361" sz="2400" spc="-37" i="1">
                <a:latin typeface="Times New Roman"/>
                <a:cs typeface="Times New Roman"/>
              </a:rPr>
              <a:t>NL</a:t>
            </a:r>
            <a:endParaRPr baseline="-17361" sz="2400">
              <a:latin typeface="Times New Roman"/>
              <a:cs typeface="Times New Roman"/>
            </a:endParaRPr>
          </a:p>
          <a:p>
            <a:pPr lvl="2" marL="1421765" indent="-456565">
              <a:lnSpc>
                <a:spcPct val="100000"/>
              </a:lnSpc>
              <a:spcBef>
                <a:spcPts val="509"/>
              </a:spcBef>
              <a:buAutoNum type="arabicPeriod"/>
              <a:tabLst>
                <a:tab pos="1421765" algn="l"/>
              </a:tabLst>
            </a:pPr>
            <a:r>
              <a:rPr dirty="0" sz="2000">
                <a:latin typeface="Times New Roman"/>
                <a:cs typeface="Times New Roman"/>
              </a:rPr>
              <a:t>Locate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next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unvisited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pixel,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p,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g</a:t>
            </a:r>
            <a:r>
              <a:rPr dirty="0" baseline="-17094" sz="1950" i="1">
                <a:latin typeface="Times New Roman"/>
                <a:cs typeface="Times New Roman"/>
              </a:rPr>
              <a:t>NH</a:t>
            </a:r>
            <a:r>
              <a:rPr dirty="0" baseline="-17094" sz="1950" spc="142" i="1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(</a:t>
            </a:r>
            <a:r>
              <a:rPr dirty="0" sz="2000" spc="-10" i="1">
                <a:latin typeface="Times New Roman"/>
                <a:cs typeface="Times New Roman"/>
              </a:rPr>
              <a:t>x</a:t>
            </a:r>
            <a:r>
              <a:rPr dirty="0" sz="2000" spc="-10">
                <a:latin typeface="Times New Roman"/>
                <a:cs typeface="Times New Roman"/>
              </a:rPr>
              <a:t>,</a:t>
            </a:r>
            <a:r>
              <a:rPr dirty="0" sz="2000" spc="-10" i="1">
                <a:latin typeface="Times New Roman"/>
                <a:cs typeface="Times New Roman"/>
              </a:rPr>
              <a:t>y</a:t>
            </a:r>
            <a:r>
              <a:rPr dirty="0" sz="2000" spc="-10">
                <a:latin typeface="Times New Roman"/>
                <a:cs typeface="Times New Roman"/>
              </a:rPr>
              <a:t>)</a:t>
            </a:r>
            <a:endParaRPr sz="2000">
              <a:latin typeface="Times New Roman"/>
              <a:cs typeface="Times New Roman"/>
            </a:endParaRPr>
          </a:p>
          <a:p>
            <a:pPr lvl="2" marL="1421765" indent="-456565">
              <a:lnSpc>
                <a:spcPct val="100000"/>
              </a:lnSpc>
              <a:spcBef>
                <a:spcPts val="505"/>
              </a:spcBef>
              <a:buAutoNum type="arabicPeriod"/>
              <a:tabLst>
                <a:tab pos="1421765" algn="l"/>
              </a:tabLst>
            </a:pPr>
            <a:r>
              <a:rPr dirty="0" sz="2000">
                <a:latin typeface="Times New Roman"/>
                <a:cs typeface="Times New Roman"/>
              </a:rPr>
              <a:t>Mark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valid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edge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all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weak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pixels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g</a:t>
            </a:r>
            <a:r>
              <a:rPr dirty="0" baseline="-17094" sz="1950" i="1">
                <a:latin typeface="Times New Roman"/>
                <a:cs typeface="Times New Roman"/>
              </a:rPr>
              <a:t>NL</a:t>
            </a:r>
            <a:r>
              <a:rPr dirty="0" baseline="-17094" sz="1950" spc="112" i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(</a:t>
            </a:r>
            <a:r>
              <a:rPr dirty="0" sz="2000" i="1">
                <a:latin typeface="Times New Roman"/>
                <a:cs typeface="Times New Roman"/>
              </a:rPr>
              <a:t>x</a:t>
            </a:r>
            <a:r>
              <a:rPr dirty="0" sz="2000">
                <a:latin typeface="Times New Roman"/>
                <a:cs typeface="Times New Roman"/>
              </a:rPr>
              <a:t>,</a:t>
            </a:r>
            <a:r>
              <a:rPr dirty="0" sz="2000" i="1">
                <a:latin typeface="Times New Roman"/>
                <a:cs typeface="Times New Roman"/>
              </a:rPr>
              <a:t>y</a:t>
            </a:r>
            <a:r>
              <a:rPr dirty="0" sz="2000">
                <a:latin typeface="Times New Roman"/>
                <a:cs typeface="Times New Roman"/>
              </a:rPr>
              <a:t>)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that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are</a:t>
            </a:r>
            <a:endParaRPr sz="2000">
              <a:latin typeface="Times New Roman"/>
              <a:cs typeface="Times New Roman"/>
            </a:endParaRPr>
          </a:p>
          <a:p>
            <a:pPr marL="1422400">
              <a:lnSpc>
                <a:spcPct val="100000"/>
              </a:lnSpc>
            </a:pPr>
            <a:r>
              <a:rPr dirty="0" sz="2000">
                <a:latin typeface="Times New Roman"/>
                <a:cs typeface="Times New Roman"/>
              </a:rPr>
              <a:t>connected</a:t>
            </a:r>
            <a:r>
              <a:rPr dirty="0" sz="2000" spc="-8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p</a:t>
            </a:r>
            <a:r>
              <a:rPr dirty="0" sz="2000">
                <a:latin typeface="Times New Roman"/>
                <a:cs typeface="Times New Roman"/>
              </a:rPr>
              <a:t>,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using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N8</a:t>
            </a:r>
            <a:r>
              <a:rPr dirty="0" sz="2000" spc="-85" i="1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criteria.</a:t>
            </a:r>
            <a:endParaRPr sz="2000">
              <a:latin typeface="Times New Roman"/>
              <a:cs typeface="Times New Roman"/>
            </a:endParaRPr>
          </a:p>
          <a:p>
            <a:pPr lvl="2" marL="1422400" marR="93980" indent="-457200">
              <a:lnSpc>
                <a:spcPct val="100000"/>
              </a:lnSpc>
              <a:spcBef>
                <a:spcPts val="600"/>
              </a:spcBef>
              <a:buAutoNum type="arabicPeriod" startAt="3"/>
              <a:tabLst>
                <a:tab pos="1422400" algn="l"/>
              </a:tabLst>
            </a:pPr>
            <a:r>
              <a:rPr dirty="0" sz="2000">
                <a:latin typeface="Times New Roman"/>
                <a:cs typeface="Times New Roman"/>
              </a:rPr>
              <a:t>If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all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nonzero</a:t>
            </a:r>
            <a:r>
              <a:rPr dirty="0" sz="2000" spc="-8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pixel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g</a:t>
            </a:r>
            <a:r>
              <a:rPr dirty="0" baseline="-17094" sz="1950" i="1">
                <a:latin typeface="Times New Roman"/>
                <a:cs typeface="Times New Roman"/>
              </a:rPr>
              <a:t>NH</a:t>
            </a:r>
            <a:r>
              <a:rPr dirty="0" baseline="-17094" sz="1950" spc="120" i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(</a:t>
            </a:r>
            <a:r>
              <a:rPr dirty="0" sz="2000" i="1">
                <a:latin typeface="Times New Roman"/>
                <a:cs typeface="Times New Roman"/>
              </a:rPr>
              <a:t>x</a:t>
            </a:r>
            <a:r>
              <a:rPr dirty="0" sz="2000">
                <a:latin typeface="Times New Roman"/>
                <a:cs typeface="Times New Roman"/>
              </a:rPr>
              <a:t>,</a:t>
            </a:r>
            <a:r>
              <a:rPr dirty="0" sz="2000" i="1">
                <a:latin typeface="Times New Roman"/>
                <a:cs typeface="Times New Roman"/>
              </a:rPr>
              <a:t>y</a:t>
            </a:r>
            <a:r>
              <a:rPr dirty="0" sz="2000">
                <a:latin typeface="Times New Roman"/>
                <a:cs typeface="Times New Roman"/>
              </a:rPr>
              <a:t>)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has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been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visited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go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step </a:t>
            </a:r>
            <a:r>
              <a:rPr dirty="0" sz="2000">
                <a:latin typeface="Times New Roman"/>
                <a:cs typeface="Times New Roman"/>
              </a:rPr>
              <a:t>#4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else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go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step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#1</a:t>
            </a:r>
            <a:endParaRPr sz="2000">
              <a:latin typeface="Times New Roman"/>
              <a:cs typeface="Times New Roman"/>
            </a:endParaRPr>
          </a:p>
          <a:p>
            <a:pPr lvl="2" marL="1421765" indent="-456565">
              <a:lnSpc>
                <a:spcPct val="100000"/>
              </a:lnSpc>
              <a:spcBef>
                <a:spcPts val="395"/>
              </a:spcBef>
              <a:buAutoNum type="arabicPeriod" startAt="3"/>
              <a:tabLst>
                <a:tab pos="1421765" algn="l"/>
              </a:tabLst>
            </a:pPr>
            <a:r>
              <a:rPr dirty="0" sz="2000">
                <a:latin typeface="Times New Roman"/>
                <a:cs typeface="Times New Roman"/>
              </a:rPr>
              <a:t>Set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zero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all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pixels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g</a:t>
            </a:r>
            <a:r>
              <a:rPr dirty="0" baseline="-17094" sz="1950" i="1">
                <a:latin typeface="Times New Roman"/>
                <a:cs typeface="Times New Roman"/>
              </a:rPr>
              <a:t>NL</a:t>
            </a:r>
            <a:r>
              <a:rPr dirty="0" baseline="-17094" sz="1950" spc="75" i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(</a:t>
            </a:r>
            <a:r>
              <a:rPr dirty="0" sz="2000" i="1">
                <a:latin typeface="Times New Roman"/>
                <a:cs typeface="Times New Roman"/>
              </a:rPr>
              <a:t>x</a:t>
            </a:r>
            <a:r>
              <a:rPr dirty="0" sz="2000">
                <a:latin typeface="Times New Roman"/>
                <a:cs typeface="Times New Roman"/>
              </a:rPr>
              <a:t>,</a:t>
            </a:r>
            <a:r>
              <a:rPr dirty="0" sz="2000" i="1">
                <a:latin typeface="Times New Roman"/>
                <a:cs typeface="Times New Roman"/>
              </a:rPr>
              <a:t>y</a:t>
            </a:r>
            <a:r>
              <a:rPr dirty="0" sz="2000">
                <a:latin typeface="Times New Roman"/>
                <a:cs typeface="Times New Roman"/>
              </a:rPr>
              <a:t>)</a:t>
            </a:r>
            <a:r>
              <a:rPr dirty="0" sz="2000" spc="39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that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were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not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marked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as</a:t>
            </a:r>
            <a:endParaRPr sz="2000">
              <a:latin typeface="Times New Roman"/>
              <a:cs typeface="Times New Roman"/>
            </a:endParaRPr>
          </a:p>
          <a:p>
            <a:pPr marL="1422400">
              <a:lnSpc>
                <a:spcPct val="100000"/>
              </a:lnSpc>
            </a:pPr>
            <a:r>
              <a:rPr dirty="0" sz="2000">
                <a:latin typeface="Times New Roman"/>
                <a:cs typeface="Times New Roman"/>
              </a:rPr>
              <a:t>valid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edge.</a:t>
            </a:r>
            <a:endParaRPr sz="2000">
              <a:latin typeface="Times New Roman"/>
              <a:cs typeface="Times New Roman"/>
            </a:endParaRPr>
          </a:p>
          <a:p>
            <a:pPr lvl="2" marL="1421765" indent="-456565">
              <a:lnSpc>
                <a:spcPct val="100000"/>
              </a:lnSpc>
              <a:spcBef>
                <a:spcPts val="509"/>
              </a:spcBef>
              <a:buAutoNum type="arabicPeriod" startAt="5"/>
              <a:tabLst>
                <a:tab pos="1421765" algn="l"/>
              </a:tabLst>
            </a:pPr>
            <a:r>
              <a:rPr dirty="0" sz="2000">
                <a:latin typeface="Times New Roman"/>
                <a:cs typeface="Times New Roman"/>
              </a:rPr>
              <a:t>Append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g</a:t>
            </a:r>
            <a:r>
              <a:rPr dirty="0" baseline="-17094" sz="1950" i="1">
                <a:latin typeface="Times New Roman"/>
                <a:cs typeface="Times New Roman"/>
              </a:rPr>
              <a:t>NH</a:t>
            </a:r>
            <a:r>
              <a:rPr dirty="0" baseline="-17094" sz="1950" spc="112" i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(</a:t>
            </a:r>
            <a:r>
              <a:rPr dirty="0" sz="2000" i="1">
                <a:latin typeface="Times New Roman"/>
                <a:cs typeface="Times New Roman"/>
              </a:rPr>
              <a:t>x</a:t>
            </a:r>
            <a:r>
              <a:rPr dirty="0" sz="2000">
                <a:latin typeface="Times New Roman"/>
                <a:cs typeface="Times New Roman"/>
              </a:rPr>
              <a:t>,</a:t>
            </a:r>
            <a:r>
              <a:rPr dirty="0" sz="2000" i="1">
                <a:latin typeface="Times New Roman"/>
                <a:cs typeface="Times New Roman"/>
              </a:rPr>
              <a:t>y</a:t>
            </a:r>
            <a:r>
              <a:rPr dirty="0" sz="2000">
                <a:latin typeface="Times New Roman"/>
                <a:cs typeface="Times New Roman"/>
              </a:rPr>
              <a:t>)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nonzero</a:t>
            </a:r>
            <a:r>
              <a:rPr dirty="0" sz="2000" spc="-10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elements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g</a:t>
            </a:r>
            <a:r>
              <a:rPr dirty="0" baseline="-16203" sz="1800" i="1">
                <a:latin typeface="Times New Roman"/>
                <a:cs typeface="Times New Roman"/>
              </a:rPr>
              <a:t>NL</a:t>
            </a:r>
            <a:r>
              <a:rPr dirty="0" baseline="-16203" sz="1800" spc="75" i="1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(</a:t>
            </a:r>
            <a:r>
              <a:rPr dirty="0" sz="1800" spc="-10" i="1">
                <a:latin typeface="Times New Roman"/>
                <a:cs typeface="Times New Roman"/>
              </a:rPr>
              <a:t>x</a:t>
            </a:r>
            <a:r>
              <a:rPr dirty="0" sz="1800" spc="-10">
                <a:latin typeface="Times New Roman"/>
                <a:cs typeface="Times New Roman"/>
              </a:rPr>
              <a:t>,</a:t>
            </a:r>
            <a:r>
              <a:rPr dirty="0" sz="1800" spc="-10" i="1">
                <a:latin typeface="Times New Roman"/>
                <a:cs typeface="Times New Roman"/>
              </a:rPr>
              <a:t>y</a:t>
            </a:r>
            <a:r>
              <a:rPr dirty="0" sz="1800" spc="-10">
                <a:latin typeface="Times New Roman"/>
                <a:cs typeface="Times New Roman"/>
              </a:rPr>
              <a:t>)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568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Canny</a:t>
            </a:r>
            <a:r>
              <a:rPr dirty="0" spc="-220"/>
              <a:t> </a:t>
            </a:r>
            <a:r>
              <a:rPr dirty="0"/>
              <a:t>Edge</a:t>
            </a:r>
            <a:r>
              <a:rPr dirty="0" spc="-215"/>
              <a:t> </a:t>
            </a:r>
            <a:r>
              <a:rPr dirty="0" spc="-10"/>
              <a:t>Detector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003805" y="1487733"/>
            <a:ext cx="4093210" cy="1134745"/>
          </a:xfrm>
          <a:prstGeom prst="rect">
            <a:avLst/>
          </a:prstGeom>
        </p:spPr>
        <p:txBody>
          <a:bodyPr wrap="square" lIns="0" tIns="116839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19"/>
              </a:spcBef>
              <a:buFont typeface="Trebuchet MS"/>
              <a:buChar char="•"/>
              <a:tabLst>
                <a:tab pos="354965" algn="l"/>
              </a:tabLst>
            </a:pPr>
            <a:r>
              <a:rPr dirty="0" sz="3200">
                <a:latin typeface="Times New Roman"/>
                <a:cs typeface="Times New Roman"/>
              </a:rPr>
              <a:t>Canny</a:t>
            </a:r>
            <a:r>
              <a:rPr dirty="0" sz="3200" spc="-12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Example</a:t>
            </a:r>
            <a:r>
              <a:rPr dirty="0" sz="3200" spc="-120">
                <a:latin typeface="Times New Roman"/>
                <a:cs typeface="Times New Roman"/>
              </a:rPr>
              <a:t> </a:t>
            </a:r>
            <a:r>
              <a:rPr dirty="0" sz="3200" spc="-20">
                <a:latin typeface="Times New Roman"/>
                <a:cs typeface="Times New Roman"/>
              </a:rPr>
              <a:t>(1):</a:t>
            </a:r>
            <a:endParaRPr sz="32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715"/>
              </a:spcBef>
            </a:pPr>
            <a:r>
              <a:rPr dirty="0" sz="2800">
                <a:latin typeface="Times New Roman"/>
                <a:cs typeface="Times New Roman"/>
              </a:rPr>
              <a:t>–</a:t>
            </a:r>
            <a:r>
              <a:rPr dirty="0" sz="2800" spc="28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Original</a:t>
            </a:r>
            <a:r>
              <a:rPr dirty="0" sz="2800" spc="-5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and</a:t>
            </a:r>
            <a:r>
              <a:rPr dirty="0" sz="2800" spc="-5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Smoothed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91840" y="2743200"/>
            <a:ext cx="5410200" cy="2971800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568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Canny</a:t>
            </a:r>
            <a:r>
              <a:rPr dirty="0" spc="-220"/>
              <a:t> </a:t>
            </a:r>
            <a:r>
              <a:rPr dirty="0"/>
              <a:t>Edge</a:t>
            </a:r>
            <a:r>
              <a:rPr dirty="0" spc="-215"/>
              <a:t> </a:t>
            </a:r>
            <a:r>
              <a:rPr dirty="0" spc="-10"/>
              <a:t>Detector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003805" y="1487733"/>
            <a:ext cx="3636645" cy="1134745"/>
          </a:xfrm>
          <a:prstGeom prst="rect">
            <a:avLst/>
          </a:prstGeom>
        </p:spPr>
        <p:txBody>
          <a:bodyPr wrap="square" lIns="0" tIns="116839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19"/>
              </a:spcBef>
              <a:buFont typeface="Trebuchet MS"/>
              <a:buChar char="•"/>
              <a:tabLst>
                <a:tab pos="354965" algn="l"/>
              </a:tabLst>
            </a:pPr>
            <a:r>
              <a:rPr dirty="0" sz="3200">
                <a:latin typeface="Times New Roman"/>
                <a:cs typeface="Times New Roman"/>
              </a:rPr>
              <a:t>Canny</a:t>
            </a:r>
            <a:r>
              <a:rPr dirty="0" sz="3200" spc="-12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Example</a:t>
            </a:r>
            <a:r>
              <a:rPr dirty="0" sz="3200" spc="-120">
                <a:latin typeface="Times New Roman"/>
                <a:cs typeface="Times New Roman"/>
              </a:rPr>
              <a:t> </a:t>
            </a:r>
            <a:r>
              <a:rPr dirty="0" sz="3200" spc="-20">
                <a:latin typeface="Times New Roman"/>
                <a:cs typeface="Times New Roman"/>
              </a:rPr>
              <a:t>(1):</a:t>
            </a:r>
            <a:endParaRPr sz="32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715"/>
              </a:spcBef>
            </a:pPr>
            <a:r>
              <a:rPr dirty="0" sz="2800">
                <a:latin typeface="Times New Roman"/>
                <a:cs typeface="Times New Roman"/>
              </a:rPr>
              <a:t>–</a:t>
            </a:r>
            <a:r>
              <a:rPr dirty="0" sz="2800" spc="27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Gradient</a:t>
            </a:r>
            <a:r>
              <a:rPr dirty="0" sz="2800" spc="-10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Image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72028" y="2869692"/>
            <a:ext cx="5402580" cy="2942843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568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Canny</a:t>
            </a:r>
            <a:r>
              <a:rPr dirty="0" spc="-220"/>
              <a:t> </a:t>
            </a:r>
            <a:r>
              <a:rPr dirty="0"/>
              <a:t>Edge</a:t>
            </a:r>
            <a:r>
              <a:rPr dirty="0" spc="-215"/>
              <a:t> </a:t>
            </a:r>
            <a:r>
              <a:rPr dirty="0" spc="-10"/>
              <a:t>Detector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003805" y="1487733"/>
            <a:ext cx="4754245" cy="1134745"/>
          </a:xfrm>
          <a:prstGeom prst="rect">
            <a:avLst/>
          </a:prstGeom>
        </p:spPr>
        <p:txBody>
          <a:bodyPr wrap="square" lIns="0" tIns="116839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19"/>
              </a:spcBef>
              <a:buFont typeface="Trebuchet MS"/>
              <a:buChar char="•"/>
              <a:tabLst>
                <a:tab pos="354965" algn="l"/>
              </a:tabLst>
            </a:pPr>
            <a:r>
              <a:rPr dirty="0" sz="3200">
                <a:latin typeface="Times New Roman"/>
                <a:cs typeface="Times New Roman"/>
              </a:rPr>
              <a:t>Canny</a:t>
            </a:r>
            <a:r>
              <a:rPr dirty="0" sz="3200" spc="-12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Example</a:t>
            </a:r>
            <a:r>
              <a:rPr dirty="0" sz="3200" spc="-120">
                <a:latin typeface="Times New Roman"/>
                <a:cs typeface="Times New Roman"/>
              </a:rPr>
              <a:t> </a:t>
            </a:r>
            <a:r>
              <a:rPr dirty="0" sz="3200" spc="-20">
                <a:latin typeface="Times New Roman"/>
                <a:cs typeface="Times New Roman"/>
              </a:rPr>
              <a:t>(1):</a:t>
            </a:r>
            <a:endParaRPr sz="32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715"/>
              </a:spcBef>
            </a:pPr>
            <a:r>
              <a:rPr dirty="0" sz="2800">
                <a:latin typeface="Times New Roman"/>
                <a:cs typeface="Times New Roman"/>
              </a:rPr>
              <a:t>–</a:t>
            </a:r>
            <a:r>
              <a:rPr dirty="0" sz="2800" spc="260">
                <a:latin typeface="Times New Roman"/>
                <a:cs typeface="Times New Roman"/>
              </a:rPr>
              <a:t> </a:t>
            </a:r>
            <a:r>
              <a:rPr dirty="0" sz="2800" spc="-30">
                <a:latin typeface="Times New Roman"/>
                <a:cs typeface="Times New Roman"/>
              </a:rPr>
              <a:t>Non-</a:t>
            </a:r>
            <a:r>
              <a:rPr dirty="0" sz="2800" spc="-10">
                <a:latin typeface="Times New Roman"/>
                <a:cs typeface="Times New Roman"/>
              </a:rPr>
              <a:t>maximum</a:t>
            </a:r>
            <a:r>
              <a:rPr dirty="0" sz="2800" spc="-8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Suppression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90900" y="2968751"/>
            <a:ext cx="5410200" cy="3058668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568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Canny</a:t>
            </a:r>
            <a:r>
              <a:rPr dirty="0" spc="-220"/>
              <a:t> </a:t>
            </a:r>
            <a:r>
              <a:rPr dirty="0"/>
              <a:t>Edge</a:t>
            </a:r>
            <a:r>
              <a:rPr dirty="0" spc="-215"/>
              <a:t> </a:t>
            </a:r>
            <a:r>
              <a:rPr dirty="0" spc="-10"/>
              <a:t>Detector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003805" y="1487733"/>
            <a:ext cx="3788410" cy="1134745"/>
          </a:xfrm>
          <a:prstGeom prst="rect">
            <a:avLst/>
          </a:prstGeom>
        </p:spPr>
        <p:txBody>
          <a:bodyPr wrap="square" lIns="0" tIns="116839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19"/>
              </a:spcBef>
              <a:buFont typeface="Trebuchet MS"/>
              <a:buChar char="•"/>
              <a:tabLst>
                <a:tab pos="354965" algn="l"/>
              </a:tabLst>
            </a:pPr>
            <a:r>
              <a:rPr dirty="0" sz="3200">
                <a:latin typeface="Times New Roman"/>
                <a:cs typeface="Times New Roman"/>
              </a:rPr>
              <a:t>Canny</a:t>
            </a:r>
            <a:r>
              <a:rPr dirty="0" sz="3200" spc="-12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Example</a:t>
            </a:r>
            <a:r>
              <a:rPr dirty="0" sz="3200" spc="-120">
                <a:latin typeface="Times New Roman"/>
                <a:cs typeface="Times New Roman"/>
              </a:rPr>
              <a:t> </a:t>
            </a:r>
            <a:r>
              <a:rPr dirty="0" sz="3200" spc="-20">
                <a:latin typeface="Times New Roman"/>
                <a:cs typeface="Times New Roman"/>
              </a:rPr>
              <a:t>(1):</a:t>
            </a:r>
            <a:endParaRPr sz="32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715"/>
              </a:spcBef>
            </a:pPr>
            <a:r>
              <a:rPr dirty="0" sz="2800">
                <a:latin typeface="Times New Roman"/>
                <a:cs typeface="Times New Roman"/>
              </a:rPr>
              <a:t>–</a:t>
            </a:r>
            <a:r>
              <a:rPr dirty="0" sz="2800" spc="29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Double</a:t>
            </a:r>
            <a:r>
              <a:rPr dirty="0" sz="2800" spc="-13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Thresholding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42715" y="3011423"/>
            <a:ext cx="5306568" cy="2971800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568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Canny</a:t>
            </a:r>
            <a:r>
              <a:rPr dirty="0" spc="-220"/>
              <a:t> </a:t>
            </a:r>
            <a:r>
              <a:rPr dirty="0"/>
              <a:t>Edge</a:t>
            </a:r>
            <a:r>
              <a:rPr dirty="0" spc="-215"/>
              <a:t> </a:t>
            </a:r>
            <a:r>
              <a:rPr dirty="0" spc="-10"/>
              <a:t>Detector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003805" y="1487733"/>
            <a:ext cx="3636645" cy="1134745"/>
          </a:xfrm>
          <a:prstGeom prst="rect">
            <a:avLst/>
          </a:prstGeom>
        </p:spPr>
        <p:txBody>
          <a:bodyPr wrap="square" lIns="0" tIns="116839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19"/>
              </a:spcBef>
              <a:buFont typeface="Trebuchet MS"/>
              <a:buChar char="•"/>
              <a:tabLst>
                <a:tab pos="354965" algn="l"/>
              </a:tabLst>
            </a:pPr>
            <a:r>
              <a:rPr dirty="0" sz="3200">
                <a:latin typeface="Times New Roman"/>
                <a:cs typeface="Times New Roman"/>
              </a:rPr>
              <a:t>Canny</a:t>
            </a:r>
            <a:r>
              <a:rPr dirty="0" sz="3200" spc="-12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Example</a:t>
            </a:r>
            <a:r>
              <a:rPr dirty="0" sz="3200" spc="-120">
                <a:latin typeface="Times New Roman"/>
                <a:cs typeface="Times New Roman"/>
              </a:rPr>
              <a:t> </a:t>
            </a:r>
            <a:r>
              <a:rPr dirty="0" sz="3200" spc="-20">
                <a:latin typeface="Times New Roman"/>
                <a:cs typeface="Times New Roman"/>
              </a:rPr>
              <a:t>(1):</a:t>
            </a:r>
            <a:endParaRPr sz="32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715"/>
              </a:spcBef>
            </a:pPr>
            <a:r>
              <a:rPr dirty="0" sz="2800">
                <a:latin typeface="Times New Roman"/>
                <a:cs typeface="Times New Roman"/>
              </a:rPr>
              <a:t>–</a:t>
            </a:r>
            <a:r>
              <a:rPr dirty="0" sz="2800" spc="30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Edge</a:t>
            </a:r>
            <a:r>
              <a:rPr dirty="0" sz="2800" spc="-114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Tracking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20339" y="3230879"/>
            <a:ext cx="7153656" cy="2534412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568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Canny</a:t>
            </a:r>
            <a:r>
              <a:rPr dirty="0" spc="-220"/>
              <a:t> </a:t>
            </a:r>
            <a:r>
              <a:rPr dirty="0"/>
              <a:t>Edge</a:t>
            </a:r>
            <a:r>
              <a:rPr dirty="0" spc="-215"/>
              <a:t> </a:t>
            </a:r>
            <a:r>
              <a:rPr dirty="0" spc="-10"/>
              <a:t>Detector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609471" y="1281176"/>
            <a:ext cx="363347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Trebuchet MS"/>
              <a:buChar char="•"/>
              <a:tabLst>
                <a:tab pos="354965" algn="l"/>
              </a:tabLst>
            </a:pPr>
            <a:r>
              <a:rPr dirty="0" sz="3200">
                <a:latin typeface="Times New Roman"/>
                <a:cs typeface="Times New Roman"/>
              </a:rPr>
              <a:t>Canny</a:t>
            </a:r>
            <a:r>
              <a:rPr dirty="0" sz="3200" spc="-13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Example</a:t>
            </a:r>
            <a:r>
              <a:rPr dirty="0" sz="3200" spc="-140">
                <a:latin typeface="Times New Roman"/>
                <a:cs typeface="Times New Roman"/>
              </a:rPr>
              <a:t> </a:t>
            </a:r>
            <a:r>
              <a:rPr dirty="0" sz="3200" spc="-20">
                <a:latin typeface="Times New Roman"/>
                <a:cs typeface="Times New Roman"/>
              </a:rPr>
              <a:t>(2):</a:t>
            </a:r>
            <a:endParaRPr sz="3200">
              <a:latin typeface="Times New Roman"/>
              <a:cs typeface="Times New Roman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58667" y="2339339"/>
            <a:ext cx="5875020" cy="429768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55896" y="2361903"/>
            <a:ext cx="1331336" cy="4038875"/>
          </a:xfrm>
          <a:prstGeom prst="rect">
            <a:avLst/>
          </a:prstGeom>
        </p:spPr>
      </p:pic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568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Canny</a:t>
            </a:r>
            <a:r>
              <a:rPr dirty="0" spc="-220"/>
              <a:t> </a:t>
            </a:r>
            <a:r>
              <a:rPr dirty="0"/>
              <a:t>Edge</a:t>
            </a:r>
            <a:r>
              <a:rPr dirty="0" spc="-215"/>
              <a:t> </a:t>
            </a:r>
            <a:r>
              <a:rPr dirty="0" spc="-10"/>
              <a:t>Detector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634744" y="1274190"/>
            <a:ext cx="363347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Trebuchet MS"/>
              <a:buChar char="•"/>
              <a:tabLst>
                <a:tab pos="354965" algn="l"/>
              </a:tabLst>
            </a:pPr>
            <a:r>
              <a:rPr dirty="0" sz="3200">
                <a:latin typeface="Times New Roman"/>
                <a:cs typeface="Times New Roman"/>
              </a:rPr>
              <a:t>Canny</a:t>
            </a:r>
            <a:r>
              <a:rPr dirty="0" sz="3200" spc="-12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Example</a:t>
            </a:r>
            <a:r>
              <a:rPr dirty="0" sz="3200" spc="-120">
                <a:latin typeface="Times New Roman"/>
                <a:cs typeface="Times New Roman"/>
              </a:rPr>
              <a:t> </a:t>
            </a:r>
            <a:r>
              <a:rPr dirty="0" sz="3200" spc="-20">
                <a:latin typeface="Times New Roman"/>
                <a:cs typeface="Times New Roman"/>
              </a:rPr>
              <a:t>(3):</a:t>
            </a:r>
            <a:endParaRPr sz="3200">
              <a:latin typeface="Times New Roman"/>
              <a:cs typeface="Times New Roman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74364" y="2235707"/>
            <a:ext cx="4843272" cy="4395216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09659" y="2257122"/>
            <a:ext cx="1484585" cy="4221009"/>
          </a:xfrm>
          <a:prstGeom prst="rect">
            <a:avLst/>
          </a:prstGeom>
        </p:spPr>
      </p:pic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568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Edge</a:t>
            </a:r>
            <a:r>
              <a:rPr dirty="0" spc="-250"/>
              <a:t> </a:t>
            </a:r>
            <a:r>
              <a:rPr dirty="0" spc="-20"/>
              <a:t>Linking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055624" y="2057476"/>
            <a:ext cx="7484109" cy="27044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4330" indent="-341630">
              <a:lnSpc>
                <a:spcPct val="100000"/>
              </a:lnSpc>
              <a:spcBef>
                <a:spcPts val="95"/>
              </a:spcBef>
              <a:buFont typeface="Trebuchet MS"/>
              <a:buChar char="•"/>
              <a:tabLst>
                <a:tab pos="354330" algn="l"/>
              </a:tabLst>
            </a:pPr>
            <a:r>
              <a:rPr dirty="0" sz="2800">
                <a:latin typeface="Times New Roman"/>
                <a:cs typeface="Times New Roman"/>
              </a:rPr>
              <a:t>Edge</a:t>
            </a:r>
            <a:r>
              <a:rPr dirty="0" sz="2800" spc="-6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Linking</a:t>
            </a:r>
            <a:r>
              <a:rPr dirty="0" sz="2800" spc="-6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(Local</a:t>
            </a:r>
            <a:r>
              <a:rPr dirty="0" sz="2800" spc="-4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Processing):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50"/>
              </a:spcBef>
              <a:buFont typeface="Trebuchet MS"/>
              <a:buChar char="•"/>
            </a:pPr>
            <a:endParaRPr sz="2800">
              <a:latin typeface="Times New Roman"/>
              <a:cs typeface="Times New Roman"/>
            </a:endParaRPr>
          </a:p>
          <a:p>
            <a:pPr lvl="1" marL="1486535" indent="-286385">
              <a:lnSpc>
                <a:spcPct val="100000"/>
              </a:lnSpc>
              <a:spcBef>
                <a:spcPts val="5"/>
              </a:spcBef>
              <a:buFont typeface="Trebuchet MS"/>
              <a:buChar char="–"/>
              <a:tabLst>
                <a:tab pos="1486535" algn="l"/>
              </a:tabLst>
            </a:pPr>
            <a:r>
              <a:rPr dirty="0" sz="2400">
                <a:latin typeface="Calibri"/>
                <a:cs typeface="Calibri"/>
              </a:rPr>
              <a:t>Similarity</a:t>
            </a:r>
            <a:r>
              <a:rPr dirty="0" sz="2400" spc="-10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two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edge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pixels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at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(</a:t>
            </a:r>
            <a:r>
              <a:rPr dirty="0" sz="2400" i="1">
                <a:latin typeface="Times New Roman"/>
                <a:cs typeface="Times New Roman"/>
              </a:rPr>
              <a:t>x</a:t>
            </a:r>
            <a:r>
              <a:rPr dirty="0" sz="2400">
                <a:latin typeface="Times New Roman"/>
                <a:cs typeface="Times New Roman"/>
              </a:rPr>
              <a:t>,</a:t>
            </a:r>
            <a:r>
              <a:rPr dirty="0" sz="2400" i="1">
                <a:latin typeface="Times New Roman"/>
                <a:cs typeface="Times New Roman"/>
              </a:rPr>
              <a:t>y</a:t>
            </a:r>
            <a:r>
              <a:rPr dirty="0" sz="2400">
                <a:latin typeface="Times New Roman"/>
                <a:cs typeface="Times New Roman"/>
              </a:rPr>
              <a:t>)</a:t>
            </a:r>
            <a:r>
              <a:rPr dirty="0" sz="2400" spc="-135">
                <a:latin typeface="Times New Roman"/>
                <a:cs typeface="Times New Roman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(</a:t>
            </a:r>
            <a:r>
              <a:rPr dirty="0" sz="2400" spc="-10" i="1">
                <a:latin typeface="Times New Roman"/>
                <a:cs typeface="Times New Roman"/>
              </a:rPr>
              <a:t>s</a:t>
            </a:r>
            <a:r>
              <a:rPr dirty="0" sz="2400" spc="-10">
                <a:latin typeface="Times New Roman"/>
                <a:cs typeface="Times New Roman"/>
              </a:rPr>
              <a:t>,</a:t>
            </a:r>
            <a:r>
              <a:rPr dirty="0" sz="2400" spc="-10" i="1">
                <a:latin typeface="Times New Roman"/>
                <a:cs typeface="Times New Roman"/>
              </a:rPr>
              <a:t>t</a:t>
            </a:r>
            <a:r>
              <a:rPr dirty="0" sz="2400" spc="-10">
                <a:latin typeface="Times New Roman"/>
                <a:cs typeface="Times New Roman"/>
              </a:rPr>
              <a:t>):</a:t>
            </a:r>
            <a:endParaRPr sz="2400">
              <a:latin typeface="Times New Roman"/>
              <a:cs typeface="Times New Roman"/>
            </a:endParaRPr>
          </a:p>
          <a:p>
            <a:pPr marL="1673225">
              <a:lnSpc>
                <a:spcPct val="100000"/>
              </a:lnSpc>
              <a:spcBef>
                <a:spcPts val="355"/>
              </a:spcBef>
              <a:tabLst>
                <a:tab pos="4504690" algn="l"/>
                <a:tab pos="5189220" algn="l"/>
              </a:tabLst>
            </a:pPr>
            <a:r>
              <a:rPr dirty="0" sz="2200" i="1">
                <a:solidFill>
                  <a:srgbClr val="0000FF"/>
                </a:solidFill>
                <a:latin typeface="Times New Roman"/>
                <a:cs typeface="Times New Roman"/>
              </a:rPr>
              <a:t>M</a:t>
            </a:r>
            <a:r>
              <a:rPr dirty="0" sz="2200" spc="20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-1915" sz="4350">
                <a:solidFill>
                  <a:srgbClr val="0000FF"/>
                </a:solidFill>
                <a:latin typeface="Symbol"/>
                <a:cs typeface="Symbol"/>
              </a:rPr>
              <a:t></a:t>
            </a:r>
            <a:r>
              <a:rPr dirty="0" sz="2200" i="1">
                <a:solidFill>
                  <a:srgbClr val="0000FF"/>
                </a:solidFill>
                <a:latin typeface="Times New Roman"/>
                <a:cs typeface="Times New Roman"/>
              </a:rPr>
              <a:t>s</a:t>
            </a:r>
            <a:r>
              <a:rPr dirty="0" sz="2200">
                <a:solidFill>
                  <a:srgbClr val="0000FF"/>
                </a:solidFill>
                <a:latin typeface="Times New Roman"/>
                <a:cs typeface="Times New Roman"/>
              </a:rPr>
              <a:t>,</a:t>
            </a:r>
            <a:r>
              <a:rPr dirty="0" sz="2200" i="1">
                <a:solidFill>
                  <a:srgbClr val="0000FF"/>
                </a:solidFill>
                <a:latin typeface="Times New Roman"/>
                <a:cs typeface="Times New Roman"/>
              </a:rPr>
              <a:t>t</a:t>
            </a:r>
            <a:r>
              <a:rPr dirty="0" sz="2200" spc="-270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-1915" sz="4350">
                <a:solidFill>
                  <a:srgbClr val="0000FF"/>
                </a:solidFill>
                <a:latin typeface="Symbol"/>
                <a:cs typeface="Symbol"/>
              </a:rPr>
              <a:t></a:t>
            </a:r>
            <a:r>
              <a:rPr dirty="0" sz="2200">
                <a:solidFill>
                  <a:srgbClr val="0000FF"/>
                </a:solidFill>
                <a:latin typeface="Symbol"/>
                <a:cs typeface="Symbol"/>
              </a:rPr>
              <a:t></a:t>
            </a:r>
            <a:r>
              <a:rPr dirty="0" sz="2200" spc="-114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200" i="1">
                <a:solidFill>
                  <a:srgbClr val="0000FF"/>
                </a:solidFill>
                <a:latin typeface="Times New Roman"/>
                <a:cs typeface="Times New Roman"/>
              </a:rPr>
              <a:t>M</a:t>
            </a:r>
            <a:r>
              <a:rPr dirty="0" sz="2200" spc="60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-1915" sz="4350">
                <a:solidFill>
                  <a:srgbClr val="0000FF"/>
                </a:solidFill>
                <a:latin typeface="Symbol"/>
                <a:cs typeface="Symbol"/>
              </a:rPr>
              <a:t></a:t>
            </a:r>
            <a:r>
              <a:rPr dirty="0" sz="2200" i="1">
                <a:solidFill>
                  <a:srgbClr val="0000FF"/>
                </a:solidFill>
                <a:latin typeface="Times New Roman"/>
                <a:cs typeface="Times New Roman"/>
              </a:rPr>
              <a:t>x</a:t>
            </a:r>
            <a:r>
              <a:rPr dirty="0" sz="2200">
                <a:solidFill>
                  <a:srgbClr val="0000FF"/>
                </a:solidFill>
                <a:latin typeface="Times New Roman"/>
                <a:cs typeface="Times New Roman"/>
              </a:rPr>
              <a:t>,</a:t>
            </a:r>
            <a:r>
              <a:rPr dirty="0" sz="2200" spc="-5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200" spc="-10" i="1">
                <a:solidFill>
                  <a:srgbClr val="0000FF"/>
                </a:solidFill>
                <a:latin typeface="Times New Roman"/>
                <a:cs typeface="Times New Roman"/>
              </a:rPr>
              <a:t>y</a:t>
            </a:r>
            <a:r>
              <a:rPr dirty="0" sz="2200" spc="-330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-1915" sz="4350">
                <a:solidFill>
                  <a:srgbClr val="0000FF"/>
                </a:solidFill>
                <a:latin typeface="Symbol"/>
                <a:cs typeface="Symbol"/>
              </a:rPr>
              <a:t></a:t>
            </a:r>
            <a:r>
              <a:rPr dirty="0" baseline="-1915" sz="4350" spc="172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200">
                <a:solidFill>
                  <a:srgbClr val="0000FF"/>
                </a:solidFill>
                <a:latin typeface="Symbol"/>
                <a:cs typeface="Symbol"/>
              </a:rPr>
              <a:t></a:t>
            </a:r>
            <a:r>
              <a:rPr dirty="0" sz="2200" spc="5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200" spc="-50" i="1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r>
              <a:rPr dirty="0" sz="2200" i="1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dirty="0" sz="2200" spc="-25">
                <a:solidFill>
                  <a:srgbClr val="0000FF"/>
                </a:solidFill>
                <a:latin typeface="Times New Roman"/>
                <a:cs typeface="Times New Roman"/>
              </a:rPr>
              <a:t>and</a:t>
            </a:r>
            <a:r>
              <a:rPr dirty="0" sz="220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dirty="0" sz="2450" spc="-85">
                <a:solidFill>
                  <a:srgbClr val="0000FF"/>
                </a:solidFill>
                <a:latin typeface="Symbol"/>
                <a:cs typeface="Symbol"/>
              </a:rPr>
              <a:t></a:t>
            </a:r>
            <a:r>
              <a:rPr dirty="0" sz="2450" spc="-19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-1915" sz="4350" spc="-52">
                <a:solidFill>
                  <a:srgbClr val="0000FF"/>
                </a:solidFill>
                <a:latin typeface="Symbol"/>
                <a:cs typeface="Symbol"/>
              </a:rPr>
              <a:t></a:t>
            </a:r>
            <a:r>
              <a:rPr dirty="0" sz="2200" spc="-35" i="1">
                <a:solidFill>
                  <a:srgbClr val="0000FF"/>
                </a:solidFill>
                <a:latin typeface="Times New Roman"/>
                <a:cs typeface="Times New Roman"/>
              </a:rPr>
              <a:t>s</a:t>
            </a:r>
            <a:r>
              <a:rPr dirty="0" sz="2200" spc="-35">
                <a:solidFill>
                  <a:srgbClr val="0000FF"/>
                </a:solidFill>
                <a:latin typeface="Times New Roman"/>
                <a:cs typeface="Times New Roman"/>
              </a:rPr>
              <a:t>,</a:t>
            </a:r>
            <a:r>
              <a:rPr dirty="0" sz="2200" spc="-35" i="1">
                <a:solidFill>
                  <a:srgbClr val="0000FF"/>
                </a:solidFill>
                <a:latin typeface="Times New Roman"/>
                <a:cs typeface="Times New Roman"/>
              </a:rPr>
              <a:t>t</a:t>
            </a:r>
            <a:r>
              <a:rPr dirty="0" sz="2200" spc="-275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-1915" sz="4350">
                <a:solidFill>
                  <a:srgbClr val="0000FF"/>
                </a:solidFill>
                <a:latin typeface="Symbol"/>
                <a:cs typeface="Symbol"/>
              </a:rPr>
              <a:t></a:t>
            </a:r>
            <a:r>
              <a:rPr dirty="0" sz="2200">
                <a:solidFill>
                  <a:srgbClr val="0000FF"/>
                </a:solidFill>
                <a:latin typeface="Symbol"/>
                <a:cs typeface="Symbol"/>
              </a:rPr>
              <a:t></a:t>
            </a:r>
            <a:r>
              <a:rPr dirty="0" sz="2450">
                <a:solidFill>
                  <a:srgbClr val="0000FF"/>
                </a:solidFill>
                <a:latin typeface="Symbol"/>
                <a:cs typeface="Symbol"/>
              </a:rPr>
              <a:t></a:t>
            </a:r>
            <a:r>
              <a:rPr dirty="0" baseline="-1915" sz="4350">
                <a:solidFill>
                  <a:srgbClr val="0000FF"/>
                </a:solidFill>
                <a:latin typeface="Symbol"/>
                <a:cs typeface="Symbol"/>
              </a:rPr>
              <a:t></a:t>
            </a:r>
            <a:r>
              <a:rPr dirty="0" sz="2200" i="1">
                <a:solidFill>
                  <a:srgbClr val="0000FF"/>
                </a:solidFill>
                <a:latin typeface="Times New Roman"/>
                <a:cs typeface="Times New Roman"/>
              </a:rPr>
              <a:t>x</a:t>
            </a:r>
            <a:r>
              <a:rPr dirty="0" sz="2200">
                <a:solidFill>
                  <a:srgbClr val="0000FF"/>
                </a:solidFill>
                <a:latin typeface="Times New Roman"/>
                <a:cs typeface="Times New Roman"/>
              </a:rPr>
              <a:t>,</a:t>
            </a:r>
            <a:r>
              <a:rPr dirty="0" sz="2200" spc="-12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200" spc="-10" i="1">
                <a:solidFill>
                  <a:srgbClr val="0000FF"/>
                </a:solidFill>
                <a:latin typeface="Times New Roman"/>
                <a:cs typeface="Times New Roman"/>
              </a:rPr>
              <a:t>y</a:t>
            </a:r>
            <a:r>
              <a:rPr dirty="0" sz="2200" spc="-320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-1915" sz="4350">
                <a:solidFill>
                  <a:srgbClr val="0000FF"/>
                </a:solidFill>
                <a:latin typeface="Symbol"/>
                <a:cs typeface="Symbol"/>
              </a:rPr>
              <a:t></a:t>
            </a:r>
            <a:r>
              <a:rPr dirty="0" baseline="-1915" sz="4350" spc="13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200">
                <a:solidFill>
                  <a:srgbClr val="0000FF"/>
                </a:solidFill>
                <a:latin typeface="Symbol"/>
                <a:cs typeface="Symbol"/>
              </a:rPr>
              <a:t></a:t>
            </a:r>
            <a:r>
              <a:rPr dirty="0" sz="2200" spc="12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200" spc="-50" i="1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endParaRPr sz="2200">
              <a:latin typeface="Times New Roman"/>
              <a:cs typeface="Times New Roman"/>
            </a:endParaRPr>
          </a:p>
          <a:p>
            <a:pPr algn="ctr" lvl="1" marL="286385" marR="594995" indent="-286385">
              <a:lnSpc>
                <a:spcPct val="100000"/>
              </a:lnSpc>
              <a:spcBef>
                <a:spcPts val="305"/>
              </a:spcBef>
              <a:buChar char="–"/>
              <a:tabLst>
                <a:tab pos="286385" algn="l"/>
              </a:tabLst>
            </a:pPr>
            <a:r>
              <a:rPr dirty="0" sz="2400">
                <a:latin typeface="Times New Roman"/>
                <a:cs typeface="Times New Roman"/>
              </a:rPr>
              <a:t>Connect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if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both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condition</a:t>
            </a:r>
            <a:r>
              <a:rPr dirty="0" sz="2400" spc="-5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satisfied</a:t>
            </a:r>
            <a:endParaRPr sz="2400">
              <a:latin typeface="Times New Roman"/>
              <a:cs typeface="Times New Roman"/>
            </a:endParaRPr>
          </a:p>
          <a:p>
            <a:pPr marL="1084580" indent="-341630">
              <a:lnSpc>
                <a:spcPct val="100000"/>
              </a:lnSpc>
              <a:spcBef>
                <a:spcPts val="500"/>
              </a:spcBef>
              <a:buFont typeface="Trebuchet MS"/>
              <a:buChar char="•"/>
              <a:tabLst>
                <a:tab pos="1084580" algn="l"/>
              </a:tabLst>
            </a:pPr>
            <a:r>
              <a:rPr dirty="0" sz="2800" spc="-10">
                <a:latin typeface="Calibri"/>
                <a:cs typeface="Calibri"/>
              </a:rPr>
              <a:t>Computational</a:t>
            </a:r>
            <a:r>
              <a:rPr dirty="0" sz="2800" spc="-14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Expensive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568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Edge</a:t>
            </a:r>
            <a:r>
              <a:rPr dirty="0" spc="-250"/>
              <a:t> </a:t>
            </a:r>
            <a:r>
              <a:rPr dirty="0" spc="-20"/>
              <a:t>Linking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01600" rIns="0" bIns="0" rtlCol="0" vert="horz">
            <a:spAutoFit/>
          </a:bodyPr>
          <a:lstStyle/>
          <a:p>
            <a:pPr marL="354330" indent="-341630">
              <a:lnSpc>
                <a:spcPct val="100000"/>
              </a:lnSpc>
              <a:spcBef>
                <a:spcPts val="800"/>
              </a:spcBef>
              <a:buFont typeface="Trebuchet MS"/>
              <a:buChar char="•"/>
              <a:tabLst>
                <a:tab pos="354330" algn="l"/>
              </a:tabLst>
            </a:pPr>
            <a:r>
              <a:rPr dirty="0"/>
              <a:t>Edge</a:t>
            </a:r>
            <a:r>
              <a:rPr dirty="0" spc="-114"/>
              <a:t> </a:t>
            </a:r>
            <a:r>
              <a:rPr dirty="0"/>
              <a:t>Linking</a:t>
            </a:r>
            <a:r>
              <a:rPr dirty="0" spc="-114"/>
              <a:t> </a:t>
            </a:r>
            <a:r>
              <a:rPr dirty="0"/>
              <a:t>(Local</a:t>
            </a:r>
            <a:r>
              <a:rPr dirty="0" spc="-100"/>
              <a:t> </a:t>
            </a:r>
            <a:r>
              <a:rPr dirty="0" spc="-10"/>
              <a:t>Processing):</a:t>
            </a:r>
          </a:p>
          <a:p>
            <a:pPr lvl="1" marL="756285" indent="-286385">
              <a:lnSpc>
                <a:spcPct val="100000"/>
              </a:lnSpc>
              <a:spcBef>
                <a:spcPts val="605"/>
              </a:spcBef>
              <a:buFont typeface="Trebuchet MS"/>
              <a:buChar char="–"/>
              <a:tabLst>
                <a:tab pos="756285" algn="l"/>
              </a:tabLst>
            </a:pPr>
            <a:r>
              <a:rPr dirty="0" sz="2400" spc="-25">
                <a:latin typeface="Times New Roman"/>
                <a:cs typeface="Times New Roman"/>
              </a:rPr>
              <a:t>A</a:t>
            </a:r>
            <a:r>
              <a:rPr dirty="0" sz="2400" spc="-1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simple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algorithm:</a:t>
            </a:r>
            <a:endParaRPr sz="2400">
              <a:latin typeface="Times New Roman"/>
              <a:cs typeface="Times New Roman"/>
            </a:endParaRPr>
          </a:p>
          <a:p>
            <a:pPr lvl="2" marL="1155065" indent="-227965">
              <a:lnSpc>
                <a:spcPct val="100000"/>
              </a:lnSpc>
              <a:spcBef>
                <a:spcPts val="530"/>
              </a:spcBef>
              <a:buFont typeface="Trebuchet MS"/>
              <a:buChar char="•"/>
              <a:tabLst>
                <a:tab pos="1155065" algn="l"/>
              </a:tabLst>
            </a:pPr>
            <a:r>
              <a:rPr dirty="0" sz="2000">
                <a:latin typeface="Times New Roman"/>
                <a:cs typeface="Times New Roman"/>
              </a:rPr>
              <a:t>Compute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M</a:t>
            </a:r>
            <a:r>
              <a:rPr dirty="0" sz="2000">
                <a:latin typeface="Times New Roman"/>
                <a:cs typeface="Times New Roman"/>
              </a:rPr>
              <a:t>(</a:t>
            </a:r>
            <a:r>
              <a:rPr dirty="0" sz="2000" i="1">
                <a:latin typeface="Times New Roman"/>
                <a:cs typeface="Times New Roman"/>
              </a:rPr>
              <a:t>x</a:t>
            </a:r>
            <a:r>
              <a:rPr dirty="0" sz="2000">
                <a:latin typeface="Times New Roman"/>
                <a:cs typeface="Times New Roman"/>
              </a:rPr>
              <a:t>,</a:t>
            </a:r>
            <a:r>
              <a:rPr dirty="0" sz="2000" i="1">
                <a:latin typeface="Times New Roman"/>
                <a:cs typeface="Times New Roman"/>
              </a:rPr>
              <a:t>y</a:t>
            </a:r>
            <a:r>
              <a:rPr dirty="0" sz="2000">
                <a:latin typeface="Times New Roman"/>
                <a:cs typeface="Times New Roman"/>
              </a:rPr>
              <a:t>)</a:t>
            </a:r>
            <a:r>
              <a:rPr dirty="0" sz="2000" spc="-114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Symbol"/>
                <a:cs typeface="Symbol"/>
              </a:rPr>
              <a:t></a:t>
            </a:r>
            <a:r>
              <a:rPr dirty="0" sz="2000">
                <a:latin typeface="Times New Roman"/>
                <a:cs typeface="Times New Roman"/>
              </a:rPr>
              <a:t>(</a:t>
            </a:r>
            <a:r>
              <a:rPr dirty="0" sz="2000" i="1">
                <a:latin typeface="Times New Roman"/>
                <a:cs typeface="Times New Roman"/>
              </a:rPr>
              <a:t>x</a:t>
            </a:r>
            <a:r>
              <a:rPr dirty="0" sz="2000">
                <a:latin typeface="Times New Roman"/>
                <a:cs typeface="Times New Roman"/>
              </a:rPr>
              <a:t>,</a:t>
            </a:r>
            <a:r>
              <a:rPr dirty="0" sz="2000" i="1">
                <a:latin typeface="Times New Roman"/>
                <a:cs typeface="Times New Roman"/>
              </a:rPr>
              <a:t>y</a:t>
            </a:r>
            <a:r>
              <a:rPr dirty="0" sz="2000">
                <a:latin typeface="Times New Roman"/>
                <a:cs typeface="Times New Roman"/>
              </a:rPr>
              <a:t>)</a:t>
            </a:r>
            <a:r>
              <a:rPr dirty="0" sz="2000" spc="-10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for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input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image.</a:t>
            </a:r>
            <a:endParaRPr sz="2000">
              <a:latin typeface="Times New Roman"/>
              <a:cs typeface="Times New Roman"/>
            </a:endParaRPr>
          </a:p>
          <a:p>
            <a:pPr lvl="2" marL="1155065" indent="-227965">
              <a:lnSpc>
                <a:spcPct val="100000"/>
              </a:lnSpc>
              <a:spcBef>
                <a:spcPts val="495"/>
              </a:spcBef>
              <a:buFont typeface="Trebuchet MS"/>
              <a:buChar char="•"/>
              <a:tabLst>
                <a:tab pos="1155065" algn="l"/>
              </a:tabLst>
            </a:pPr>
            <a:r>
              <a:rPr dirty="0" sz="2000">
                <a:latin typeface="Times New Roman"/>
                <a:cs typeface="Times New Roman"/>
              </a:rPr>
              <a:t>Form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binary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image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 spc="-10" i="1">
                <a:latin typeface="Times New Roman"/>
                <a:cs typeface="Times New Roman"/>
              </a:rPr>
              <a:t>g</a:t>
            </a:r>
            <a:r>
              <a:rPr dirty="0" sz="2000" spc="-10">
                <a:latin typeface="Times New Roman"/>
                <a:cs typeface="Times New Roman"/>
              </a:rPr>
              <a:t>(</a:t>
            </a:r>
            <a:r>
              <a:rPr dirty="0" sz="2000" spc="-10" i="1">
                <a:latin typeface="Times New Roman"/>
                <a:cs typeface="Times New Roman"/>
              </a:rPr>
              <a:t>x</a:t>
            </a:r>
            <a:r>
              <a:rPr dirty="0" sz="2000" spc="-10">
                <a:latin typeface="Times New Roman"/>
                <a:cs typeface="Times New Roman"/>
              </a:rPr>
              <a:t>,</a:t>
            </a:r>
            <a:r>
              <a:rPr dirty="0" sz="2000" spc="-10" i="1">
                <a:latin typeface="Times New Roman"/>
                <a:cs typeface="Times New Roman"/>
              </a:rPr>
              <a:t>y</a:t>
            </a:r>
            <a:r>
              <a:rPr dirty="0" sz="2000" spc="-10">
                <a:latin typeface="Times New Roman"/>
                <a:cs typeface="Times New Roman"/>
              </a:rPr>
              <a:t>):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425194" y="3946017"/>
            <a:ext cx="6786880" cy="17259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5280">
              <a:lnSpc>
                <a:spcPct val="100000"/>
              </a:lnSpc>
              <a:spcBef>
                <a:spcPts val="100"/>
              </a:spcBef>
            </a:pPr>
            <a:r>
              <a:rPr dirty="0" sz="1500" i="1">
                <a:solidFill>
                  <a:srgbClr val="0000FF"/>
                </a:solidFill>
                <a:latin typeface="Times New Roman"/>
                <a:cs typeface="Times New Roman"/>
              </a:rPr>
              <a:t>T</a:t>
            </a:r>
            <a:r>
              <a:rPr dirty="0" baseline="-19607" sz="1275" i="1">
                <a:solidFill>
                  <a:srgbClr val="0000FF"/>
                </a:solidFill>
                <a:latin typeface="Times New Roman"/>
                <a:cs typeface="Times New Roman"/>
              </a:rPr>
              <a:t>M</a:t>
            </a:r>
            <a:r>
              <a:rPr dirty="0" baseline="-19607" sz="1275" spc="382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0000FF"/>
                </a:solidFill>
                <a:latin typeface="Times New Roman"/>
                <a:cs typeface="Times New Roman"/>
              </a:rPr>
              <a:t>:</a:t>
            </a:r>
            <a:r>
              <a:rPr dirty="0" sz="1500" spc="-19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1500" spc="-20">
                <a:solidFill>
                  <a:srgbClr val="0000FF"/>
                </a:solidFill>
                <a:latin typeface="Times New Roman"/>
                <a:cs typeface="Times New Roman"/>
              </a:rPr>
              <a:t>Threshold,</a:t>
            </a:r>
            <a:r>
              <a:rPr dirty="0" sz="1500" spc="-11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0000FF"/>
                </a:solidFill>
                <a:latin typeface="Times New Roman"/>
                <a:cs typeface="Times New Roman"/>
              </a:rPr>
              <a:t>A:</a:t>
            </a:r>
            <a:r>
              <a:rPr dirty="0" sz="1500" spc="-4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0000FF"/>
                </a:solidFill>
                <a:latin typeface="Times New Roman"/>
                <a:cs typeface="Times New Roman"/>
              </a:rPr>
              <a:t>Specified</a:t>
            </a:r>
            <a:r>
              <a:rPr dirty="0" sz="1500" spc="-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1500" i="1">
                <a:solidFill>
                  <a:srgbClr val="0000FF"/>
                </a:solidFill>
                <a:latin typeface="Times New Roman"/>
                <a:cs typeface="Times New Roman"/>
              </a:rPr>
              <a:t>angle</a:t>
            </a:r>
            <a:r>
              <a:rPr dirty="0" sz="1500" spc="5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0000FF"/>
                </a:solidFill>
                <a:latin typeface="Times New Roman"/>
                <a:cs typeface="Times New Roman"/>
              </a:rPr>
              <a:t>direction,</a:t>
            </a:r>
            <a:r>
              <a:rPr dirty="0" sz="1500" spc="-4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1500" spc="-10">
                <a:solidFill>
                  <a:srgbClr val="0000FF"/>
                </a:solidFill>
                <a:latin typeface="Times New Roman"/>
                <a:cs typeface="Times New Roman"/>
              </a:rPr>
              <a:t>±T</a:t>
            </a:r>
            <a:r>
              <a:rPr dirty="0" baseline="-19607" sz="1275" spc="-15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r>
              <a:rPr dirty="0" sz="1500" spc="-10">
                <a:solidFill>
                  <a:srgbClr val="0000FF"/>
                </a:solidFill>
                <a:latin typeface="Times New Roman"/>
                <a:cs typeface="Times New Roman"/>
              </a:rPr>
              <a:t>:acceptable</a:t>
            </a:r>
            <a:r>
              <a:rPr dirty="0" sz="1500" spc="-5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1500" i="1">
                <a:solidFill>
                  <a:srgbClr val="0000FF"/>
                </a:solidFill>
                <a:latin typeface="Times New Roman"/>
                <a:cs typeface="Times New Roman"/>
              </a:rPr>
              <a:t>direction</a:t>
            </a:r>
            <a:r>
              <a:rPr dirty="0" sz="1500" spc="45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1500" spc="-10">
                <a:solidFill>
                  <a:srgbClr val="0000FF"/>
                </a:solidFill>
                <a:latin typeface="Times New Roman"/>
                <a:cs typeface="Times New Roman"/>
              </a:rPr>
              <a:t>margin</a:t>
            </a:r>
            <a:endParaRPr sz="1500">
              <a:latin typeface="Times New Roman"/>
              <a:cs typeface="Times New Roman"/>
            </a:endParaRPr>
          </a:p>
          <a:p>
            <a:pPr marL="264795" indent="-226695">
              <a:lnSpc>
                <a:spcPct val="100000"/>
              </a:lnSpc>
              <a:spcBef>
                <a:spcPts val="1480"/>
              </a:spcBef>
              <a:buFont typeface="Trebuchet MS"/>
              <a:buChar char="•"/>
              <a:tabLst>
                <a:tab pos="264795" algn="l"/>
              </a:tabLst>
            </a:pPr>
            <a:r>
              <a:rPr dirty="0" sz="2000">
                <a:latin typeface="Times New Roman"/>
                <a:cs typeface="Times New Roman"/>
              </a:rPr>
              <a:t>Scan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rows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g</a:t>
            </a:r>
            <a:r>
              <a:rPr dirty="0" sz="2000" spc="-15" i="1">
                <a:latin typeface="Times New Roman"/>
                <a:cs typeface="Times New Roman"/>
              </a:rPr>
              <a:t> </a:t>
            </a:r>
            <a:r>
              <a:rPr dirty="0" sz="2000" spc="-55">
                <a:latin typeface="Times New Roman"/>
                <a:cs typeface="Times New Roman"/>
              </a:rPr>
              <a:t>and</a:t>
            </a:r>
            <a:r>
              <a:rPr dirty="0" sz="2000" spc="-235">
                <a:latin typeface="Times New Roman"/>
                <a:cs typeface="Times New Roman"/>
              </a:rPr>
              <a:t> </a:t>
            </a:r>
            <a:r>
              <a:rPr dirty="0" sz="2000" spc="-105">
                <a:latin typeface="Times New Roman"/>
                <a:cs typeface="Times New Roman"/>
              </a:rPr>
              <a:t>fill</a:t>
            </a:r>
            <a:r>
              <a:rPr dirty="0" sz="2000" spc="-250">
                <a:latin typeface="Times New Roman"/>
                <a:cs typeface="Times New Roman"/>
              </a:rPr>
              <a:t> </a:t>
            </a:r>
            <a:r>
              <a:rPr dirty="0" sz="2000" spc="-80">
                <a:latin typeface="Times New Roman"/>
                <a:cs typeface="Times New Roman"/>
              </a:rPr>
              <a:t>(set</a:t>
            </a:r>
            <a:r>
              <a:rPr dirty="0" sz="2000" spc="-260">
                <a:latin typeface="Times New Roman"/>
                <a:cs typeface="Times New Roman"/>
              </a:rPr>
              <a:t> </a:t>
            </a:r>
            <a:r>
              <a:rPr dirty="0" sz="2000" spc="-45">
                <a:latin typeface="Times New Roman"/>
                <a:cs typeface="Times New Roman"/>
              </a:rPr>
              <a:t>to</a:t>
            </a:r>
            <a:r>
              <a:rPr dirty="0" sz="2000" spc="-215">
                <a:latin typeface="Times New Roman"/>
                <a:cs typeface="Times New Roman"/>
              </a:rPr>
              <a:t> </a:t>
            </a:r>
            <a:r>
              <a:rPr dirty="0" sz="2000" spc="-55">
                <a:latin typeface="Times New Roman"/>
                <a:cs typeface="Times New Roman"/>
              </a:rPr>
              <a:t>1)</a:t>
            </a:r>
            <a:r>
              <a:rPr dirty="0" sz="2000" spc="-254">
                <a:latin typeface="Times New Roman"/>
                <a:cs typeface="Times New Roman"/>
              </a:rPr>
              <a:t> </a:t>
            </a:r>
            <a:r>
              <a:rPr dirty="0" sz="2000" spc="-90">
                <a:latin typeface="Times New Roman"/>
                <a:cs typeface="Times New Roman"/>
              </a:rPr>
              <a:t>all</a:t>
            </a:r>
            <a:r>
              <a:rPr dirty="0" sz="2000" spc="-280">
                <a:latin typeface="Times New Roman"/>
                <a:cs typeface="Times New Roman"/>
              </a:rPr>
              <a:t> </a:t>
            </a:r>
            <a:r>
              <a:rPr dirty="0" sz="2000" spc="-65">
                <a:latin typeface="Times New Roman"/>
                <a:cs typeface="Times New Roman"/>
              </a:rPr>
              <a:t>gap</a:t>
            </a:r>
            <a:r>
              <a:rPr dirty="0" sz="2000" spc="-210">
                <a:latin typeface="Times New Roman"/>
                <a:cs typeface="Times New Roman"/>
              </a:rPr>
              <a:t> </a:t>
            </a:r>
            <a:r>
              <a:rPr dirty="0" sz="2000" spc="-125">
                <a:latin typeface="Times New Roman"/>
                <a:cs typeface="Times New Roman"/>
              </a:rPr>
              <a:t>(0’s)</a:t>
            </a:r>
            <a:r>
              <a:rPr dirty="0" sz="2000" spc="-310">
                <a:latin typeface="Times New Roman"/>
                <a:cs typeface="Times New Roman"/>
              </a:rPr>
              <a:t> </a:t>
            </a:r>
            <a:r>
              <a:rPr dirty="0" sz="2000" spc="-80">
                <a:latin typeface="Times New Roman"/>
                <a:cs typeface="Times New Roman"/>
              </a:rPr>
              <a:t>that</a:t>
            </a:r>
            <a:r>
              <a:rPr dirty="0" sz="2000" spc="-240">
                <a:latin typeface="Times New Roman"/>
                <a:cs typeface="Times New Roman"/>
              </a:rPr>
              <a:t> </a:t>
            </a:r>
            <a:r>
              <a:rPr dirty="0" sz="2000" spc="-30">
                <a:latin typeface="Times New Roman"/>
                <a:cs typeface="Times New Roman"/>
              </a:rPr>
              <a:t>do</a:t>
            </a:r>
            <a:r>
              <a:rPr dirty="0" sz="2000" spc="-220">
                <a:latin typeface="Times New Roman"/>
                <a:cs typeface="Times New Roman"/>
              </a:rPr>
              <a:t> </a:t>
            </a:r>
            <a:r>
              <a:rPr dirty="0" sz="2000" spc="-40">
                <a:latin typeface="Times New Roman"/>
                <a:cs typeface="Times New Roman"/>
              </a:rPr>
              <a:t>not</a:t>
            </a:r>
            <a:r>
              <a:rPr dirty="0" sz="2000" spc="-215">
                <a:latin typeface="Times New Roman"/>
                <a:cs typeface="Times New Roman"/>
              </a:rPr>
              <a:t> </a:t>
            </a:r>
            <a:r>
              <a:rPr dirty="0" sz="2000" spc="-110">
                <a:latin typeface="Times New Roman"/>
                <a:cs typeface="Times New Roman"/>
              </a:rPr>
              <a:t>exceed</a:t>
            </a:r>
            <a:r>
              <a:rPr dirty="0" sz="2000" spc="-235">
                <a:latin typeface="Times New Roman"/>
                <a:cs typeface="Times New Roman"/>
              </a:rPr>
              <a:t> </a:t>
            </a:r>
            <a:r>
              <a:rPr dirty="0" sz="2000" spc="-50">
                <a:latin typeface="Times New Roman"/>
                <a:cs typeface="Times New Roman"/>
              </a:rPr>
              <a:t>a</a:t>
            </a:r>
            <a:endParaRPr sz="2000">
              <a:latin typeface="Times New Roman"/>
              <a:cs typeface="Times New Roman"/>
            </a:endParaRPr>
          </a:p>
          <a:p>
            <a:pPr marL="266700">
              <a:lnSpc>
                <a:spcPct val="100000"/>
              </a:lnSpc>
            </a:pPr>
            <a:r>
              <a:rPr dirty="0" sz="2000">
                <a:latin typeface="Times New Roman"/>
                <a:cs typeface="Times New Roman"/>
              </a:rPr>
              <a:t>specified</a:t>
            </a:r>
            <a:r>
              <a:rPr dirty="0" sz="2000" spc="-8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length,</a:t>
            </a:r>
            <a:r>
              <a:rPr dirty="0" sz="2000" spc="-100">
                <a:latin typeface="Times New Roman"/>
                <a:cs typeface="Times New Roman"/>
              </a:rPr>
              <a:t> </a:t>
            </a:r>
            <a:r>
              <a:rPr dirty="0" sz="2000" spc="-25" i="1">
                <a:latin typeface="Times New Roman"/>
                <a:cs typeface="Times New Roman"/>
              </a:rPr>
              <a:t>K.</a:t>
            </a:r>
            <a:endParaRPr sz="2000">
              <a:latin typeface="Times New Roman"/>
              <a:cs typeface="Times New Roman"/>
            </a:endParaRPr>
          </a:p>
          <a:p>
            <a:pPr marL="264160" marR="30480" indent="-226695">
              <a:lnSpc>
                <a:spcPct val="100000"/>
              </a:lnSpc>
              <a:spcBef>
                <a:spcPts val="505"/>
              </a:spcBef>
              <a:buFont typeface="Trebuchet MS"/>
              <a:buChar char="•"/>
              <a:tabLst>
                <a:tab pos="266700" algn="l"/>
              </a:tabLst>
            </a:pPr>
            <a:r>
              <a:rPr dirty="0" sz="2000">
                <a:latin typeface="Times New Roman"/>
                <a:cs typeface="Times New Roman"/>
              </a:rPr>
              <a:t>Detect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gaps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any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direction,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Symbol"/>
                <a:cs typeface="Symbol"/>
              </a:rPr>
              <a:t></a:t>
            </a:r>
            <a:r>
              <a:rPr dirty="0" sz="2000">
                <a:latin typeface="Times New Roman"/>
                <a:cs typeface="Times New Roman"/>
              </a:rPr>
              <a:t>,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by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rotation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g</a:t>
            </a:r>
            <a:r>
              <a:rPr dirty="0" sz="2000" spc="-9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by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Symbol"/>
                <a:cs typeface="Symbol"/>
              </a:rPr>
              <a:t></a:t>
            </a:r>
            <a:r>
              <a:rPr dirty="0" sz="2000">
                <a:latin typeface="Times New Roman"/>
                <a:cs typeface="Times New Roman"/>
              </a:rPr>
              <a:t>,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apply </a:t>
            </a:r>
            <a:r>
              <a:rPr dirty="0" sz="2000" spc="-10">
                <a:latin typeface="Times New Roman"/>
                <a:cs typeface="Times New Roman"/>
              </a:rPr>
              <a:t>	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horizontal</a:t>
            </a:r>
            <a:r>
              <a:rPr dirty="0" sz="2000" spc="-9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scanning</a:t>
            </a:r>
            <a:r>
              <a:rPr dirty="0" sz="2000" spc="-9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scheme.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Rotate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result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back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 spc="-35">
                <a:latin typeface="Times New Roman"/>
                <a:cs typeface="Times New Roman"/>
              </a:rPr>
              <a:t>-</a:t>
            </a:r>
            <a:r>
              <a:rPr dirty="0" sz="2000" spc="-50">
                <a:latin typeface="Symbol"/>
                <a:cs typeface="Symbol"/>
              </a:rPr>
              <a:t></a:t>
            </a:r>
            <a:endParaRPr sz="2000">
              <a:latin typeface="Symbol"/>
              <a:cs typeface="Symbo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512822" y="3379470"/>
            <a:ext cx="21209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25">
                <a:solidFill>
                  <a:srgbClr val="0000FF"/>
                </a:solidFill>
                <a:latin typeface="Symbol"/>
                <a:cs typeface="Symbol"/>
              </a:rPr>
              <a:t></a:t>
            </a:r>
            <a:r>
              <a:rPr dirty="0" sz="1500" spc="-25">
                <a:solidFill>
                  <a:srgbClr val="0000FF"/>
                </a:solidFill>
                <a:latin typeface="Times New Roman"/>
                <a:cs typeface="Times New Roman"/>
              </a:rPr>
              <a:t>1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743710" y="3441953"/>
            <a:ext cx="1012190" cy="3238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baseline="1851" sz="2250" i="1">
                <a:solidFill>
                  <a:srgbClr val="0000FF"/>
                </a:solidFill>
                <a:latin typeface="Times New Roman"/>
                <a:cs typeface="Times New Roman"/>
              </a:rPr>
              <a:t>g</a:t>
            </a:r>
            <a:r>
              <a:rPr dirty="0" baseline="1851" sz="2250" spc="-172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1950">
                <a:solidFill>
                  <a:srgbClr val="0000FF"/>
                </a:solidFill>
                <a:latin typeface="Symbol"/>
                <a:cs typeface="Symbol"/>
              </a:rPr>
              <a:t></a:t>
            </a:r>
            <a:r>
              <a:rPr dirty="0" baseline="1851" sz="2250" i="1">
                <a:solidFill>
                  <a:srgbClr val="0000FF"/>
                </a:solidFill>
                <a:latin typeface="Times New Roman"/>
                <a:cs typeface="Times New Roman"/>
              </a:rPr>
              <a:t>x</a:t>
            </a:r>
            <a:r>
              <a:rPr dirty="0" baseline="1851" sz="2250">
                <a:solidFill>
                  <a:srgbClr val="0000FF"/>
                </a:solidFill>
                <a:latin typeface="Times New Roman"/>
                <a:cs typeface="Times New Roman"/>
              </a:rPr>
              <a:t>,</a:t>
            </a:r>
            <a:r>
              <a:rPr dirty="0" baseline="1851" sz="2250" spc="-6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1851" sz="2250" i="1">
                <a:solidFill>
                  <a:srgbClr val="0000FF"/>
                </a:solidFill>
                <a:latin typeface="Times New Roman"/>
                <a:cs typeface="Times New Roman"/>
              </a:rPr>
              <a:t>y</a:t>
            </a:r>
            <a:r>
              <a:rPr dirty="0" baseline="1851" sz="2250" spc="-359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1950" spc="75">
                <a:solidFill>
                  <a:srgbClr val="0000FF"/>
                </a:solidFill>
                <a:latin typeface="Symbol"/>
                <a:cs typeface="Symbol"/>
              </a:rPr>
              <a:t></a:t>
            </a:r>
            <a:r>
              <a:rPr dirty="0" baseline="1851" sz="2250" spc="112">
                <a:solidFill>
                  <a:srgbClr val="0000FF"/>
                </a:solidFill>
                <a:latin typeface="Symbol"/>
                <a:cs typeface="Symbol"/>
              </a:rPr>
              <a:t></a:t>
            </a:r>
            <a:r>
              <a:rPr dirty="0" baseline="1851" sz="2250" spc="37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-7407" sz="2250" spc="-52">
                <a:solidFill>
                  <a:srgbClr val="0000FF"/>
                </a:solidFill>
                <a:latin typeface="Symbol"/>
                <a:cs typeface="Symbol"/>
              </a:rPr>
              <a:t></a:t>
            </a:r>
            <a:r>
              <a:rPr dirty="0" baseline="-35185" sz="2250" spc="-52">
                <a:solidFill>
                  <a:srgbClr val="0000FF"/>
                </a:solidFill>
                <a:latin typeface="Times New Roman"/>
                <a:cs typeface="Times New Roman"/>
              </a:rPr>
              <a:t>0</a:t>
            </a:r>
            <a:endParaRPr baseline="-35185" sz="225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115180" y="3357753"/>
            <a:ext cx="30480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25" i="1">
                <a:solidFill>
                  <a:srgbClr val="0000FF"/>
                </a:solidFill>
                <a:latin typeface="Times New Roman"/>
                <a:cs typeface="Times New Roman"/>
              </a:rPr>
              <a:t>and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847213" y="3254532"/>
            <a:ext cx="2951480" cy="648335"/>
          </a:xfrm>
          <a:prstGeom prst="rect">
            <a:avLst/>
          </a:prstGeom>
        </p:spPr>
        <p:txBody>
          <a:bodyPr wrap="square" lIns="0" tIns="67945" rIns="0" bIns="0" rtlCol="0" vert="horz">
            <a:spAutoFit/>
          </a:bodyPr>
          <a:lstStyle/>
          <a:p>
            <a:pPr marL="56515">
              <a:lnSpc>
                <a:spcPct val="100000"/>
              </a:lnSpc>
              <a:spcBef>
                <a:spcPts val="535"/>
              </a:spcBef>
              <a:tabLst>
                <a:tab pos="1739264" algn="l"/>
              </a:tabLst>
            </a:pPr>
            <a:r>
              <a:rPr dirty="0" baseline="1851" sz="2250" i="1">
                <a:solidFill>
                  <a:srgbClr val="0000FF"/>
                </a:solidFill>
                <a:latin typeface="Times New Roman"/>
                <a:cs typeface="Times New Roman"/>
              </a:rPr>
              <a:t>M</a:t>
            </a:r>
            <a:r>
              <a:rPr dirty="0" baseline="1851" sz="2250" spc="22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1950">
                <a:solidFill>
                  <a:srgbClr val="0000FF"/>
                </a:solidFill>
                <a:latin typeface="Symbol"/>
                <a:cs typeface="Symbol"/>
              </a:rPr>
              <a:t></a:t>
            </a:r>
            <a:r>
              <a:rPr dirty="0" baseline="1851" sz="2250" i="1">
                <a:solidFill>
                  <a:srgbClr val="0000FF"/>
                </a:solidFill>
                <a:latin typeface="Times New Roman"/>
                <a:cs typeface="Times New Roman"/>
              </a:rPr>
              <a:t>x</a:t>
            </a:r>
            <a:r>
              <a:rPr dirty="0" baseline="1851" sz="2250">
                <a:solidFill>
                  <a:srgbClr val="0000FF"/>
                </a:solidFill>
                <a:latin typeface="Times New Roman"/>
                <a:cs typeface="Times New Roman"/>
              </a:rPr>
              <a:t>,</a:t>
            </a:r>
            <a:r>
              <a:rPr dirty="0" baseline="1851" sz="2250" spc="-6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1851" sz="2250" i="1">
                <a:solidFill>
                  <a:srgbClr val="0000FF"/>
                </a:solidFill>
                <a:latin typeface="Times New Roman"/>
                <a:cs typeface="Times New Roman"/>
              </a:rPr>
              <a:t>y</a:t>
            </a:r>
            <a:r>
              <a:rPr dirty="0" baseline="1851" sz="2250" spc="-359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1950" spc="75">
                <a:solidFill>
                  <a:srgbClr val="0000FF"/>
                </a:solidFill>
                <a:latin typeface="Symbol"/>
                <a:cs typeface="Symbol"/>
              </a:rPr>
              <a:t></a:t>
            </a:r>
            <a:r>
              <a:rPr dirty="0" baseline="1851" sz="2250" spc="112">
                <a:solidFill>
                  <a:srgbClr val="0000FF"/>
                </a:solidFill>
                <a:latin typeface="Symbol"/>
                <a:cs typeface="Symbol"/>
              </a:rPr>
              <a:t></a:t>
            </a:r>
            <a:r>
              <a:rPr dirty="0" baseline="1851" sz="2250" spc="-202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1851" sz="2250" spc="-52" i="1">
                <a:solidFill>
                  <a:srgbClr val="0000FF"/>
                </a:solidFill>
                <a:latin typeface="Times New Roman"/>
                <a:cs typeface="Times New Roman"/>
              </a:rPr>
              <a:t>T</a:t>
            </a:r>
            <a:r>
              <a:rPr dirty="0" baseline="-16339" sz="1275" spc="-52" i="1">
                <a:solidFill>
                  <a:srgbClr val="0000FF"/>
                </a:solidFill>
                <a:latin typeface="Times New Roman"/>
                <a:cs typeface="Times New Roman"/>
              </a:rPr>
              <a:t>M</a:t>
            </a:r>
            <a:r>
              <a:rPr dirty="0" baseline="-16339" sz="1275" i="1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dirty="0" baseline="1736" sz="2400" spc="-104">
                <a:solidFill>
                  <a:srgbClr val="0000FF"/>
                </a:solidFill>
                <a:latin typeface="Symbol"/>
                <a:cs typeface="Symbol"/>
              </a:rPr>
              <a:t></a:t>
            </a:r>
            <a:r>
              <a:rPr dirty="0" sz="1950" spc="-70">
                <a:solidFill>
                  <a:srgbClr val="0000FF"/>
                </a:solidFill>
                <a:latin typeface="Symbol"/>
                <a:cs typeface="Symbol"/>
              </a:rPr>
              <a:t></a:t>
            </a:r>
            <a:r>
              <a:rPr dirty="0" baseline="1851" sz="2250" spc="-104" i="1">
                <a:solidFill>
                  <a:srgbClr val="0000FF"/>
                </a:solidFill>
                <a:latin typeface="Times New Roman"/>
                <a:cs typeface="Times New Roman"/>
              </a:rPr>
              <a:t>x</a:t>
            </a:r>
            <a:r>
              <a:rPr dirty="0" baseline="1851" sz="2250" spc="-104">
                <a:solidFill>
                  <a:srgbClr val="0000FF"/>
                </a:solidFill>
                <a:latin typeface="Times New Roman"/>
                <a:cs typeface="Times New Roman"/>
              </a:rPr>
              <a:t>,</a:t>
            </a:r>
            <a:r>
              <a:rPr dirty="0" baseline="1851" sz="2250" spc="-6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1851" sz="2250" i="1">
                <a:solidFill>
                  <a:srgbClr val="0000FF"/>
                </a:solidFill>
                <a:latin typeface="Times New Roman"/>
                <a:cs typeface="Times New Roman"/>
              </a:rPr>
              <a:t>y</a:t>
            </a:r>
            <a:r>
              <a:rPr dirty="0" baseline="1851" sz="2250" spc="-330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1950" spc="70">
                <a:solidFill>
                  <a:srgbClr val="0000FF"/>
                </a:solidFill>
                <a:latin typeface="Symbol"/>
                <a:cs typeface="Symbol"/>
              </a:rPr>
              <a:t></a:t>
            </a:r>
            <a:r>
              <a:rPr dirty="0" baseline="1851" sz="2250" spc="104">
                <a:solidFill>
                  <a:srgbClr val="0000FF"/>
                </a:solidFill>
                <a:latin typeface="Symbol"/>
                <a:cs typeface="Symbol"/>
              </a:rPr>
              <a:t></a:t>
            </a:r>
            <a:r>
              <a:rPr dirty="0" baseline="1851" sz="2250" spc="157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1851" sz="2250" i="1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r>
              <a:rPr dirty="0" baseline="1851" sz="2250" spc="-277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1851" sz="2250" spc="-15">
                <a:solidFill>
                  <a:srgbClr val="0000FF"/>
                </a:solidFill>
                <a:latin typeface="Symbol"/>
                <a:cs typeface="Symbol"/>
              </a:rPr>
              <a:t></a:t>
            </a:r>
            <a:r>
              <a:rPr dirty="0" baseline="1851" sz="2250" spc="-3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baseline="1851" sz="2250" spc="-37" i="1">
                <a:solidFill>
                  <a:srgbClr val="0000FF"/>
                </a:solidFill>
                <a:latin typeface="Times New Roman"/>
                <a:cs typeface="Times New Roman"/>
              </a:rPr>
              <a:t>T</a:t>
            </a:r>
            <a:r>
              <a:rPr dirty="0" baseline="-16339" sz="1275" spc="-37" i="1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endParaRPr baseline="-16339" sz="1275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330"/>
              </a:spcBef>
            </a:pPr>
            <a:r>
              <a:rPr dirty="0" sz="1500" spc="-10">
                <a:solidFill>
                  <a:srgbClr val="0000FF"/>
                </a:solidFill>
                <a:latin typeface="Times New Roman"/>
                <a:cs typeface="Times New Roman"/>
              </a:rPr>
              <a:t>otherwise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517394" y="3692779"/>
            <a:ext cx="120014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50">
                <a:solidFill>
                  <a:srgbClr val="0000FF"/>
                </a:solidFill>
                <a:latin typeface="Symbol"/>
                <a:cs typeface="Symbol"/>
              </a:rPr>
              <a:t></a:t>
            </a:r>
            <a:endParaRPr sz="1500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568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Edge</a:t>
            </a:r>
            <a:r>
              <a:rPr dirty="0" spc="-250"/>
              <a:t> </a:t>
            </a:r>
            <a:r>
              <a:rPr dirty="0" spc="-20"/>
              <a:t>Linking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03386" y="1730506"/>
            <a:ext cx="1438751" cy="3600814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42744" y="1682495"/>
            <a:ext cx="6685788" cy="4189476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dirty="0" spc="-95"/>
              <a:t> </a:t>
            </a:r>
            <a:r>
              <a:rPr dirty="0" spc="-35"/>
              <a:t>Digital</a:t>
            </a:r>
            <a:r>
              <a:rPr dirty="0" spc="-50"/>
              <a:t> </a:t>
            </a:r>
            <a:r>
              <a:rPr dirty="0" spc="-20"/>
              <a:t>Image</a:t>
            </a:r>
            <a:r>
              <a:rPr dirty="0" spc="-25"/>
              <a:t> </a:t>
            </a:r>
            <a:r>
              <a:rPr dirty="0"/>
              <a:t>Processing</a:t>
            </a:r>
            <a:r>
              <a:rPr dirty="0" spc="-70"/>
              <a:t> </a:t>
            </a:r>
            <a:r>
              <a:rPr dirty="0" spc="-310"/>
              <a:t>|</a:t>
            </a:r>
            <a:r>
              <a:rPr dirty="0" spc="-60"/>
              <a:t> </a:t>
            </a:r>
            <a:r>
              <a:rPr dirty="0" spc="-65"/>
              <a:t>Dr.</a:t>
            </a:r>
            <a:r>
              <a:rPr dirty="0" spc="-50"/>
              <a:t> </a:t>
            </a:r>
            <a:r>
              <a:rPr dirty="0" spc="-25"/>
              <a:t>Ikramullah</a:t>
            </a:r>
            <a:r>
              <a:rPr dirty="0" spc="-30"/>
              <a:t> </a:t>
            </a:r>
            <a:r>
              <a:rPr dirty="0" spc="-10"/>
              <a:t>Khosa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Dr. Ikram Ullah Khosa</dc:creator>
  <dc:title>CPE415 Digital Image Processing</dc:title>
  <dcterms:created xsi:type="dcterms:W3CDTF">2026-05-01T17:59:04Z</dcterms:created>
  <dcterms:modified xsi:type="dcterms:W3CDTF">2026-05-01T17:59:04Z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2024-05-09T00:00:00Z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2026-05-01T00:00:00Z</vt:filetime>
  </property>
  <property fmtid="{D5CDD505-2E9C-101B-9397-08002B2CF9AE}" pid="5" name="Producer">
    <vt:lpwstr>Microsoft® PowerPoint® for Microsoft 365</vt:lpwstr>
  </property>
</Properties>
</file>