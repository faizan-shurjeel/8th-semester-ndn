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Default Extension="png" ContentType="image/png"/>
  <Override PartName="/ppt/slides/slide3.xml" ContentType="application/vnd.openxmlformats-officedocument.presentationml.slide+xml"/>
  <Default Extension="jpg" ContentType="image/jpg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</p:sldIdLst>
  <p:sldSz cx="12192000" cy="6858000"/>
  <p:notesSz cx="12192000" cy="68580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Relationship Id="rId25" Type="http://schemas.openxmlformats.org/officeDocument/2006/relationships/slide" Target="slides/slide20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0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767676"/>
                </a:solidFill>
                <a:latin typeface="Trebuchet MS"/>
                <a:cs typeface="Trebuchet MS"/>
              </a:defRPr>
            </a:lvl1pPr>
          </a:lstStyle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dirty="0"/>
              <a:t>CPE415</a:t>
            </a:r>
            <a:r>
              <a:rPr dirty="0" spc="-95"/>
              <a:t> </a:t>
            </a:r>
            <a:r>
              <a:rPr dirty="0" spc="-35"/>
              <a:t>Digital</a:t>
            </a:r>
            <a:r>
              <a:rPr dirty="0" spc="-50"/>
              <a:t> </a:t>
            </a:r>
            <a:r>
              <a:rPr dirty="0" spc="-20"/>
              <a:t>Image</a:t>
            </a:r>
            <a:r>
              <a:rPr dirty="0" spc="-25"/>
              <a:t> </a:t>
            </a:r>
            <a:r>
              <a:rPr dirty="0"/>
              <a:t>Processing</a:t>
            </a:r>
            <a:r>
              <a:rPr dirty="0" spc="-70"/>
              <a:t> </a:t>
            </a:r>
            <a:r>
              <a:rPr dirty="0" spc="-310"/>
              <a:t>|</a:t>
            </a:r>
            <a:r>
              <a:rPr dirty="0" spc="-60"/>
              <a:t> </a:t>
            </a:r>
            <a:r>
              <a:rPr dirty="0" spc="-65"/>
              <a:t>Dr.</a:t>
            </a:r>
            <a:r>
              <a:rPr dirty="0" spc="-50"/>
              <a:t> </a:t>
            </a:r>
            <a:r>
              <a:rPr dirty="0" spc="-25"/>
              <a:t>Ikramullah</a:t>
            </a:r>
            <a:r>
              <a:rPr dirty="0" spc="-30"/>
              <a:t> </a:t>
            </a:r>
            <a:r>
              <a:rPr dirty="0" spc="-10"/>
              <a:t>Khosa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767676"/>
                </a:solidFill>
                <a:latin typeface="Trebuchet MS"/>
                <a:cs typeface="Trebuchet MS"/>
              </a:defRPr>
            </a:lvl1pPr>
          </a:lstStyle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dirty="0"/>
              <a:t>CPE415</a:t>
            </a:r>
            <a:r>
              <a:rPr dirty="0" spc="-95"/>
              <a:t> </a:t>
            </a:r>
            <a:r>
              <a:rPr dirty="0" spc="-35"/>
              <a:t>Digital</a:t>
            </a:r>
            <a:r>
              <a:rPr dirty="0" spc="-50"/>
              <a:t> </a:t>
            </a:r>
            <a:r>
              <a:rPr dirty="0" spc="-20"/>
              <a:t>Image</a:t>
            </a:r>
            <a:r>
              <a:rPr dirty="0" spc="-25"/>
              <a:t> </a:t>
            </a:r>
            <a:r>
              <a:rPr dirty="0"/>
              <a:t>Processing</a:t>
            </a:r>
            <a:r>
              <a:rPr dirty="0" spc="-70"/>
              <a:t> </a:t>
            </a:r>
            <a:r>
              <a:rPr dirty="0" spc="-310"/>
              <a:t>|</a:t>
            </a:r>
            <a:r>
              <a:rPr dirty="0" spc="-60"/>
              <a:t> </a:t>
            </a:r>
            <a:r>
              <a:rPr dirty="0" spc="-65"/>
              <a:t>Dr.</a:t>
            </a:r>
            <a:r>
              <a:rPr dirty="0" spc="-50"/>
              <a:t> </a:t>
            </a:r>
            <a:r>
              <a:rPr dirty="0" spc="-25"/>
              <a:t>Ikramullah</a:t>
            </a:r>
            <a:r>
              <a:rPr dirty="0" spc="-30"/>
              <a:t> </a:t>
            </a:r>
            <a:r>
              <a:rPr dirty="0" spc="-10"/>
              <a:t>Khosa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767676"/>
                </a:solidFill>
                <a:latin typeface="Trebuchet MS"/>
                <a:cs typeface="Trebuchet MS"/>
              </a:defRPr>
            </a:lvl1pPr>
          </a:lstStyle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dirty="0"/>
              <a:t>CPE415</a:t>
            </a:r>
            <a:r>
              <a:rPr dirty="0" spc="-95"/>
              <a:t> </a:t>
            </a:r>
            <a:r>
              <a:rPr dirty="0" spc="-35"/>
              <a:t>Digital</a:t>
            </a:r>
            <a:r>
              <a:rPr dirty="0" spc="-50"/>
              <a:t> </a:t>
            </a:r>
            <a:r>
              <a:rPr dirty="0" spc="-20"/>
              <a:t>Image</a:t>
            </a:r>
            <a:r>
              <a:rPr dirty="0" spc="-25"/>
              <a:t> </a:t>
            </a:r>
            <a:r>
              <a:rPr dirty="0"/>
              <a:t>Processing</a:t>
            </a:r>
            <a:r>
              <a:rPr dirty="0" spc="-70"/>
              <a:t> </a:t>
            </a:r>
            <a:r>
              <a:rPr dirty="0" spc="-310"/>
              <a:t>|</a:t>
            </a:r>
            <a:r>
              <a:rPr dirty="0" spc="-60"/>
              <a:t> </a:t>
            </a:r>
            <a:r>
              <a:rPr dirty="0" spc="-65"/>
              <a:t>Dr.</a:t>
            </a:r>
            <a:r>
              <a:rPr dirty="0" spc="-50"/>
              <a:t> </a:t>
            </a:r>
            <a:r>
              <a:rPr dirty="0" spc="-25"/>
              <a:t>Ikramullah</a:t>
            </a:r>
            <a:r>
              <a:rPr dirty="0" spc="-30"/>
              <a:t> </a:t>
            </a:r>
            <a:r>
              <a:rPr dirty="0" spc="-10"/>
              <a:t>Khosa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767676"/>
                </a:solidFill>
                <a:latin typeface="Trebuchet MS"/>
                <a:cs typeface="Trebuchet MS"/>
              </a:defRPr>
            </a:lvl1pPr>
          </a:lstStyle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dirty="0"/>
              <a:t>CPE415</a:t>
            </a:r>
            <a:r>
              <a:rPr dirty="0" spc="-95"/>
              <a:t> </a:t>
            </a:r>
            <a:r>
              <a:rPr dirty="0" spc="-35"/>
              <a:t>Digital</a:t>
            </a:r>
            <a:r>
              <a:rPr dirty="0" spc="-50"/>
              <a:t> </a:t>
            </a:r>
            <a:r>
              <a:rPr dirty="0" spc="-20"/>
              <a:t>Image</a:t>
            </a:r>
            <a:r>
              <a:rPr dirty="0" spc="-25"/>
              <a:t> </a:t>
            </a:r>
            <a:r>
              <a:rPr dirty="0"/>
              <a:t>Processing</a:t>
            </a:r>
            <a:r>
              <a:rPr dirty="0" spc="-70"/>
              <a:t> </a:t>
            </a:r>
            <a:r>
              <a:rPr dirty="0" spc="-310"/>
              <a:t>|</a:t>
            </a:r>
            <a:r>
              <a:rPr dirty="0" spc="-60"/>
              <a:t> </a:t>
            </a:r>
            <a:r>
              <a:rPr dirty="0" spc="-65"/>
              <a:t>Dr.</a:t>
            </a:r>
            <a:r>
              <a:rPr dirty="0" spc="-50"/>
              <a:t> </a:t>
            </a:r>
            <a:r>
              <a:rPr dirty="0" spc="-25"/>
              <a:t>Ikramullah</a:t>
            </a:r>
            <a:r>
              <a:rPr dirty="0" spc="-30"/>
              <a:t> </a:t>
            </a:r>
            <a:r>
              <a:rPr dirty="0" spc="-10"/>
              <a:t>Khosa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4431791" y="1687957"/>
            <a:ext cx="3327400" cy="17145"/>
          </a:xfrm>
          <a:custGeom>
            <a:avLst/>
            <a:gdLst/>
            <a:ahLst/>
            <a:cxnLst/>
            <a:rect l="l" t="t" r="r" b="b"/>
            <a:pathLst>
              <a:path w="3327400" h="17144">
                <a:moveTo>
                  <a:pt x="3326891" y="0"/>
                </a:moveTo>
                <a:lnTo>
                  <a:pt x="0" y="0"/>
                </a:lnTo>
                <a:lnTo>
                  <a:pt x="0" y="16763"/>
                </a:lnTo>
                <a:lnTo>
                  <a:pt x="3326891" y="16763"/>
                </a:lnTo>
                <a:lnTo>
                  <a:pt x="332689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767676"/>
                </a:solidFill>
                <a:latin typeface="Trebuchet MS"/>
                <a:cs typeface="Trebuchet MS"/>
              </a:defRPr>
            </a:lvl1pPr>
          </a:lstStyle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dirty="0"/>
              <a:t>CPE415</a:t>
            </a:r>
            <a:r>
              <a:rPr dirty="0" spc="-95"/>
              <a:t> </a:t>
            </a:r>
            <a:r>
              <a:rPr dirty="0" spc="-35"/>
              <a:t>Digital</a:t>
            </a:r>
            <a:r>
              <a:rPr dirty="0" spc="-50"/>
              <a:t> </a:t>
            </a:r>
            <a:r>
              <a:rPr dirty="0" spc="-20"/>
              <a:t>Image</a:t>
            </a:r>
            <a:r>
              <a:rPr dirty="0" spc="-25"/>
              <a:t> </a:t>
            </a:r>
            <a:r>
              <a:rPr dirty="0"/>
              <a:t>Processing</a:t>
            </a:r>
            <a:r>
              <a:rPr dirty="0" spc="-70"/>
              <a:t> </a:t>
            </a:r>
            <a:r>
              <a:rPr dirty="0" spc="-310"/>
              <a:t>|</a:t>
            </a:r>
            <a:r>
              <a:rPr dirty="0" spc="-60"/>
              <a:t> </a:t>
            </a:r>
            <a:r>
              <a:rPr dirty="0" spc="-65"/>
              <a:t>Dr.</a:t>
            </a:r>
            <a:r>
              <a:rPr dirty="0" spc="-50"/>
              <a:t> </a:t>
            </a:r>
            <a:r>
              <a:rPr dirty="0" spc="-25"/>
              <a:t>Ikramullah</a:t>
            </a:r>
            <a:r>
              <a:rPr dirty="0" spc="-30"/>
              <a:t> </a:t>
            </a:r>
            <a:r>
              <a:rPr dirty="0" spc="-10"/>
              <a:t>Khosa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78739" y="268935"/>
            <a:ext cx="8593455" cy="69723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0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09600" y="1577340"/>
            <a:ext cx="1097280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4267961" y="6433082"/>
            <a:ext cx="3658234" cy="21209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0" i="0">
                <a:solidFill>
                  <a:srgbClr val="767676"/>
                </a:solidFill>
                <a:latin typeface="Trebuchet MS"/>
                <a:cs typeface="Trebuchet MS"/>
              </a:defRPr>
            </a:lvl1pPr>
          </a:lstStyle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dirty="0"/>
              <a:t>CPE415</a:t>
            </a:r>
            <a:r>
              <a:rPr dirty="0" spc="-95"/>
              <a:t> </a:t>
            </a:r>
            <a:r>
              <a:rPr dirty="0" spc="-35"/>
              <a:t>Digital</a:t>
            </a:r>
            <a:r>
              <a:rPr dirty="0" spc="-50"/>
              <a:t> </a:t>
            </a:r>
            <a:r>
              <a:rPr dirty="0" spc="-20"/>
              <a:t>Image</a:t>
            </a:r>
            <a:r>
              <a:rPr dirty="0" spc="-25"/>
              <a:t> </a:t>
            </a:r>
            <a:r>
              <a:rPr dirty="0"/>
              <a:t>Processing</a:t>
            </a:r>
            <a:r>
              <a:rPr dirty="0" spc="-70"/>
              <a:t> </a:t>
            </a:r>
            <a:r>
              <a:rPr dirty="0" spc="-310"/>
              <a:t>|</a:t>
            </a:r>
            <a:r>
              <a:rPr dirty="0" spc="-60"/>
              <a:t> </a:t>
            </a:r>
            <a:r>
              <a:rPr dirty="0" spc="-65"/>
              <a:t>Dr.</a:t>
            </a:r>
            <a:r>
              <a:rPr dirty="0" spc="-50"/>
              <a:t> </a:t>
            </a:r>
            <a:r>
              <a:rPr dirty="0" spc="-25"/>
              <a:t>Ikramullah</a:t>
            </a:r>
            <a:r>
              <a:rPr dirty="0" spc="-30"/>
              <a:t> </a:t>
            </a:r>
            <a:r>
              <a:rPr dirty="0" spc="-10"/>
              <a:t>Khosa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png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2.png"/><Relationship Id="rId3" Type="http://schemas.openxmlformats.org/officeDocument/2006/relationships/image" Target="../media/image3.jpg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4.png"/><Relationship Id="rId3" Type="http://schemas.openxmlformats.org/officeDocument/2006/relationships/image" Target="../media/image5.jpg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6.png"/><Relationship Id="rId3" Type="http://schemas.openxmlformats.org/officeDocument/2006/relationships/image" Target="../media/image7.jpg"/><Relationship Id="rId4" Type="http://schemas.openxmlformats.org/officeDocument/2006/relationships/image" Target="../media/image8.jpg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9.png"/><Relationship Id="rId3" Type="http://schemas.openxmlformats.org/officeDocument/2006/relationships/image" Target="../media/image10.png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1.jpg"/><Relationship Id="rId3" Type="http://schemas.openxmlformats.org/officeDocument/2006/relationships/image" Target="../media/image12.png"/><Relationship Id="rId4" Type="http://schemas.openxmlformats.org/officeDocument/2006/relationships/image" Target="../media/image13.png"/><Relationship Id="rId5" Type="http://schemas.openxmlformats.org/officeDocument/2006/relationships/image" Target="../media/image14.png"/></Relationships>
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5.jpg"/><Relationship Id="rId3" Type="http://schemas.openxmlformats.org/officeDocument/2006/relationships/image" Target="../media/image16.png"/></Relationships>
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7.png"/><Relationship Id="rId3" Type="http://schemas.openxmlformats.org/officeDocument/2006/relationships/image" Target="../media/image18.png"/><Relationship Id="rId4" Type="http://schemas.openxmlformats.org/officeDocument/2006/relationships/image" Target="../media/image19.png"/><Relationship Id="rId5" Type="http://schemas.openxmlformats.org/officeDocument/2006/relationships/image" Target="../media/image20.jpg"/></Relationships>
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21.png"/><Relationship Id="rId3" Type="http://schemas.openxmlformats.org/officeDocument/2006/relationships/image" Target="../media/image22.png"/></Relationships>
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23.jpg"/></Relationships>
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24.jpg"/><Relationship Id="rId3" Type="http://schemas.openxmlformats.org/officeDocument/2006/relationships/image" Target="../media/image25.png"/></Relationships>
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26.png"/><Relationship Id="rId3" Type="http://schemas.openxmlformats.org/officeDocument/2006/relationships/image" Target="../media/image27.png"/><Relationship Id="rId4" Type="http://schemas.openxmlformats.org/officeDocument/2006/relationships/image" Target="../media/image28.png"/><Relationship Id="rId5" Type="http://schemas.openxmlformats.org/officeDocument/2006/relationships/image" Target="../media/image29.png"/><Relationship Id="rId6" Type="http://schemas.openxmlformats.org/officeDocument/2006/relationships/image" Target="../media/image30.png"/><Relationship Id="rId7" Type="http://schemas.openxmlformats.org/officeDocument/2006/relationships/image" Target="../media/image31.png"/><Relationship Id="rId8" Type="http://schemas.openxmlformats.org/officeDocument/2006/relationships/image" Target="../media/image32.jpg"/></Relationships>
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33.jpg"/><Relationship Id="rId3" Type="http://schemas.openxmlformats.org/officeDocument/2006/relationships/image" Target="../media/image34.png"/></Relationships>

</file>

<file path=ppt/slides/_rels/slide1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35.png"/><Relationship Id="rId3" Type="http://schemas.openxmlformats.org/officeDocument/2006/relationships/image" Target="../media/image36.png"/></Relationships>

</file>

<file path=ppt/slides/_rels/slide1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37.png"/><Relationship Id="rId3" Type="http://schemas.openxmlformats.org/officeDocument/2006/relationships/image" Target="../media/image38.jpg"/></Relationships>

</file>

<file path=ppt/slides/_rels/slide1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39.png"/><Relationship Id="rId3" Type="http://schemas.openxmlformats.org/officeDocument/2006/relationships/image" Target="../media/image40.jpg"/></Relationships>

</file>

<file path=ppt/slides/_rels/slide1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41.jpg"/><Relationship Id="rId3" Type="http://schemas.openxmlformats.org/officeDocument/2006/relationships/image" Target="../media/image42.jpg"/></Relationships>

</file>

<file path=ppt/slides/_rels/slide1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43.png"/><Relationship Id="rId3" Type="http://schemas.openxmlformats.org/officeDocument/2006/relationships/image" Target="../media/image44.jpg"/></Relationships>

</file>

<file path=ppt/slides/_rels/slide2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45.png"/><Relationship Id="rId3" Type="http://schemas.openxmlformats.org/officeDocument/2006/relationships/image" Target="../media/image46.pn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3677539" y="956005"/>
            <a:ext cx="4836160" cy="455295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 marL="1270">
              <a:lnSpc>
                <a:spcPct val="100000"/>
              </a:lnSpc>
              <a:spcBef>
                <a:spcPts val="100"/>
              </a:spcBef>
            </a:pPr>
            <a:r>
              <a:rPr dirty="0" sz="5400" spc="-280">
                <a:latin typeface="Trebuchet MS"/>
                <a:cs typeface="Trebuchet MS"/>
              </a:rPr>
              <a:t>Lecture</a:t>
            </a:r>
            <a:r>
              <a:rPr dirty="0" sz="5400" spc="-595">
                <a:latin typeface="Trebuchet MS"/>
                <a:cs typeface="Trebuchet MS"/>
              </a:rPr>
              <a:t> </a:t>
            </a:r>
            <a:r>
              <a:rPr dirty="0" sz="5400" spc="-125">
                <a:latin typeface="Trebuchet MS"/>
                <a:cs typeface="Trebuchet MS"/>
              </a:rPr>
              <a:t>-</a:t>
            </a:r>
            <a:r>
              <a:rPr dirty="0" sz="5400" spc="-565">
                <a:latin typeface="Trebuchet MS"/>
                <a:cs typeface="Trebuchet MS"/>
              </a:rPr>
              <a:t> </a:t>
            </a:r>
            <a:r>
              <a:rPr dirty="0" sz="5400" spc="-25">
                <a:latin typeface="Trebuchet MS"/>
                <a:cs typeface="Trebuchet MS"/>
              </a:rPr>
              <a:t>16</a:t>
            </a:r>
            <a:endParaRPr sz="5400">
              <a:latin typeface="Trebuchet MS"/>
              <a:cs typeface="Trebuchet MS"/>
            </a:endParaRPr>
          </a:p>
          <a:p>
            <a:pPr algn="ctr" marL="635">
              <a:lnSpc>
                <a:spcPct val="100000"/>
              </a:lnSpc>
              <a:spcBef>
                <a:spcPts val="5185"/>
              </a:spcBef>
            </a:pPr>
            <a:r>
              <a:rPr dirty="0" sz="5400" spc="-235" b="1">
                <a:latin typeface="Trebuchet MS"/>
                <a:cs typeface="Trebuchet MS"/>
              </a:rPr>
              <a:t>Chapter</a:t>
            </a:r>
            <a:r>
              <a:rPr dirty="0" sz="5400" spc="-555" b="1">
                <a:latin typeface="Trebuchet MS"/>
                <a:cs typeface="Trebuchet MS"/>
              </a:rPr>
              <a:t> </a:t>
            </a:r>
            <a:r>
              <a:rPr dirty="0" sz="5400" spc="-285" b="1">
                <a:latin typeface="Trebuchet MS"/>
                <a:cs typeface="Trebuchet MS"/>
              </a:rPr>
              <a:t>10</a:t>
            </a:r>
            <a:endParaRPr sz="5400">
              <a:latin typeface="Trebuchet MS"/>
              <a:cs typeface="Trebuchet MS"/>
            </a:endParaRPr>
          </a:p>
          <a:p>
            <a:pPr algn="ctr" marL="12065" marR="5080" indent="1905">
              <a:lnSpc>
                <a:spcPts val="5840"/>
              </a:lnSpc>
              <a:spcBef>
                <a:spcPts val="5915"/>
              </a:spcBef>
            </a:pPr>
            <a:r>
              <a:rPr dirty="0" sz="5400" spc="-10" b="1">
                <a:latin typeface="Trebuchet MS"/>
                <a:cs typeface="Trebuchet MS"/>
              </a:rPr>
              <a:t>IMAGE </a:t>
            </a:r>
            <a:r>
              <a:rPr dirty="0" sz="5400" spc="-110" b="1">
                <a:latin typeface="Trebuchet MS"/>
                <a:cs typeface="Trebuchet MS"/>
              </a:rPr>
              <a:t>SEGMENTATION</a:t>
            </a:r>
            <a:endParaRPr sz="54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pc="-155"/>
              <a:t>Fundamentals</a:t>
            </a: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26403" y="2009895"/>
            <a:ext cx="7169197" cy="2470795"/>
          </a:xfrm>
          <a:prstGeom prst="rect">
            <a:avLst/>
          </a:prstGeom>
        </p:spPr>
      </p:pic>
      <p:sp>
        <p:nvSpPr>
          <p:cNvPr id="4" name="object 4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38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dirty="0"/>
              <a:t>CPE415</a:t>
            </a:r>
            <a:r>
              <a:rPr dirty="0" spc="-95"/>
              <a:t> </a:t>
            </a:r>
            <a:r>
              <a:rPr dirty="0" spc="-35"/>
              <a:t>Digital</a:t>
            </a:r>
            <a:r>
              <a:rPr dirty="0" spc="-50"/>
              <a:t> </a:t>
            </a:r>
            <a:r>
              <a:rPr dirty="0" spc="-20"/>
              <a:t>Image</a:t>
            </a:r>
            <a:r>
              <a:rPr dirty="0" spc="-25"/>
              <a:t> </a:t>
            </a:r>
            <a:r>
              <a:rPr dirty="0"/>
              <a:t>Processing</a:t>
            </a:r>
            <a:r>
              <a:rPr dirty="0" spc="-70"/>
              <a:t> </a:t>
            </a:r>
            <a:r>
              <a:rPr dirty="0" spc="-310"/>
              <a:t>|</a:t>
            </a:r>
            <a:r>
              <a:rPr dirty="0" spc="-60"/>
              <a:t> </a:t>
            </a:r>
            <a:r>
              <a:rPr dirty="0" spc="-65"/>
              <a:t>Dr.</a:t>
            </a:r>
            <a:r>
              <a:rPr dirty="0" spc="-50"/>
              <a:t> </a:t>
            </a:r>
            <a:r>
              <a:rPr dirty="0" spc="-25"/>
              <a:t>Ikramullah</a:t>
            </a:r>
            <a:r>
              <a:rPr dirty="0" spc="-30"/>
              <a:t> </a:t>
            </a:r>
            <a:r>
              <a:rPr dirty="0" spc="-10"/>
              <a:t>Khosa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pc="-155"/>
              <a:t>Fundamentals</a:t>
            </a: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648700" y="1694074"/>
            <a:ext cx="1247006" cy="4047018"/>
          </a:xfrm>
          <a:prstGeom prst="rect">
            <a:avLst/>
          </a:prstGeom>
        </p:spPr>
      </p:pic>
      <p:pic>
        <p:nvPicPr>
          <p:cNvPr id="4" name="object 4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043683" y="1635251"/>
            <a:ext cx="6529243" cy="4329684"/>
          </a:xfrm>
          <a:prstGeom prst="rect">
            <a:avLst/>
          </a:prstGeom>
        </p:spPr>
      </p:pic>
      <p:sp>
        <p:nvSpPr>
          <p:cNvPr id="5" name="object 5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38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dirty="0"/>
              <a:t>CPE415</a:t>
            </a:r>
            <a:r>
              <a:rPr dirty="0" spc="-95"/>
              <a:t> </a:t>
            </a:r>
            <a:r>
              <a:rPr dirty="0" spc="-35"/>
              <a:t>Digital</a:t>
            </a:r>
            <a:r>
              <a:rPr dirty="0" spc="-50"/>
              <a:t> </a:t>
            </a:r>
            <a:r>
              <a:rPr dirty="0" spc="-20"/>
              <a:t>Image</a:t>
            </a:r>
            <a:r>
              <a:rPr dirty="0" spc="-25"/>
              <a:t> </a:t>
            </a:r>
            <a:r>
              <a:rPr dirty="0"/>
              <a:t>Processing</a:t>
            </a:r>
            <a:r>
              <a:rPr dirty="0" spc="-70"/>
              <a:t> </a:t>
            </a:r>
            <a:r>
              <a:rPr dirty="0" spc="-310"/>
              <a:t>|</a:t>
            </a:r>
            <a:r>
              <a:rPr dirty="0" spc="-60"/>
              <a:t> </a:t>
            </a:r>
            <a:r>
              <a:rPr dirty="0" spc="-65"/>
              <a:t>Dr.</a:t>
            </a:r>
            <a:r>
              <a:rPr dirty="0" spc="-50"/>
              <a:t> </a:t>
            </a:r>
            <a:r>
              <a:rPr dirty="0" spc="-25"/>
              <a:t>Ikramullah</a:t>
            </a:r>
            <a:r>
              <a:rPr dirty="0" spc="-30"/>
              <a:t> </a:t>
            </a:r>
            <a:r>
              <a:rPr dirty="0" spc="-10"/>
              <a:t>Khosa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pc="-305"/>
              <a:t>Point,</a:t>
            </a:r>
            <a:r>
              <a:rPr dirty="0" spc="-465"/>
              <a:t> </a:t>
            </a:r>
            <a:r>
              <a:rPr dirty="0" spc="-220"/>
              <a:t>Line</a:t>
            </a:r>
            <a:r>
              <a:rPr dirty="0" spc="-455"/>
              <a:t> </a:t>
            </a:r>
            <a:r>
              <a:rPr dirty="0" spc="-175"/>
              <a:t>and</a:t>
            </a:r>
            <a:r>
              <a:rPr dirty="0" spc="-450"/>
              <a:t> </a:t>
            </a:r>
            <a:r>
              <a:rPr dirty="0" spc="-200"/>
              <a:t>Edge</a:t>
            </a:r>
            <a:r>
              <a:rPr dirty="0" spc="-455"/>
              <a:t> </a:t>
            </a:r>
            <a:r>
              <a:rPr dirty="0" spc="-170"/>
              <a:t>Detection</a:t>
            </a: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165911" y="1369968"/>
            <a:ext cx="1030197" cy="3630035"/>
          </a:xfrm>
          <a:prstGeom prst="rect">
            <a:avLst/>
          </a:prstGeom>
        </p:spPr>
      </p:pic>
      <p:pic>
        <p:nvPicPr>
          <p:cNvPr id="4" name="object 4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101339" y="1321308"/>
            <a:ext cx="5740908" cy="5399532"/>
          </a:xfrm>
          <a:prstGeom prst="rect">
            <a:avLst/>
          </a:prstGeom>
        </p:spPr>
      </p:pic>
      <p:sp>
        <p:nvSpPr>
          <p:cNvPr id="5" name="object 5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38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dirty="0"/>
              <a:t>CPE415</a:t>
            </a:r>
            <a:r>
              <a:rPr dirty="0" spc="-95"/>
              <a:t> </a:t>
            </a:r>
            <a:r>
              <a:rPr dirty="0" spc="-35"/>
              <a:t>Digital</a:t>
            </a:r>
            <a:r>
              <a:rPr dirty="0" spc="-50"/>
              <a:t> </a:t>
            </a:r>
            <a:r>
              <a:rPr dirty="0" spc="-20"/>
              <a:t>Image</a:t>
            </a:r>
            <a:r>
              <a:rPr dirty="0" spc="-25"/>
              <a:t> </a:t>
            </a:r>
            <a:r>
              <a:rPr dirty="0"/>
              <a:t>Processing</a:t>
            </a:r>
            <a:r>
              <a:rPr dirty="0" spc="-70"/>
              <a:t> </a:t>
            </a:r>
            <a:r>
              <a:rPr dirty="0" spc="-310"/>
              <a:t>|</a:t>
            </a:r>
            <a:r>
              <a:rPr dirty="0" spc="-60"/>
              <a:t> </a:t>
            </a:r>
            <a:r>
              <a:rPr dirty="0" spc="-65"/>
              <a:t>Dr.</a:t>
            </a:r>
            <a:r>
              <a:rPr dirty="0" spc="-50"/>
              <a:t> </a:t>
            </a:r>
            <a:r>
              <a:rPr dirty="0" spc="-25"/>
              <a:t>Ikramullah</a:t>
            </a:r>
            <a:r>
              <a:rPr dirty="0" spc="-30"/>
              <a:t> </a:t>
            </a:r>
            <a:r>
              <a:rPr dirty="0" spc="-10"/>
              <a:t>Khosa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8739" y="268935"/>
            <a:ext cx="5969635" cy="69723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pc="-210"/>
              <a:t>Detection</a:t>
            </a:r>
            <a:r>
              <a:rPr dirty="0" spc="-440"/>
              <a:t> </a:t>
            </a:r>
            <a:r>
              <a:rPr dirty="0" spc="-265"/>
              <a:t>of</a:t>
            </a:r>
            <a:r>
              <a:rPr dirty="0" spc="-445"/>
              <a:t> </a:t>
            </a:r>
            <a:r>
              <a:rPr dirty="0" spc="-175"/>
              <a:t>Isolated</a:t>
            </a:r>
            <a:r>
              <a:rPr dirty="0" spc="-440"/>
              <a:t> </a:t>
            </a:r>
            <a:r>
              <a:rPr dirty="0" spc="-195"/>
              <a:t>Point</a:t>
            </a: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739006" y="1725589"/>
            <a:ext cx="1351279" cy="4223012"/>
          </a:xfrm>
          <a:prstGeom prst="rect">
            <a:avLst/>
          </a:prstGeom>
        </p:spPr>
      </p:pic>
      <p:pic>
        <p:nvPicPr>
          <p:cNvPr id="4" name="object 4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855720" y="1664207"/>
            <a:ext cx="5698235" cy="4407408"/>
          </a:xfrm>
          <a:prstGeom prst="rect">
            <a:avLst/>
          </a:prstGeom>
        </p:spPr>
      </p:pic>
      <p:pic>
        <p:nvPicPr>
          <p:cNvPr id="5" name="object 5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85445" y="2326995"/>
            <a:ext cx="2783109" cy="623590"/>
          </a:xfrm>
          <a:prstGeom prst="rect">
            <a:avLst/>
          </a:prstGeom>
        </p:spPr>
      </p:pic>
      <p:sp>
        <p:nvSpPr>
          <p:cNvPr id="6" name="object 6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38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dirty="0"/>
              <a:t>CPE415</a:t>
            </a:r>
            <a:r>
              <a:rPr dirty="0" spc="-95"/>
              <a:t> </a:t>
            </a:r>
            <a:r>
              <a:rPr dirty="0" spc="-35"/>
              <a:t>Digital</a:t>
            </a:r>
            <a:r>
              <a:rPr dirty="0" spc="-50"/>
              <a:t> </a:t>
            </a:r>
            <a:r>
              <a:rPr dirty="0" spc="-20"/>
              <a:t>Image</a:t>
            </a:r>
            <a:r>
              <a:rPr dirty="0" spc="-25"/>
              <a:t> </a:t>
            </a:r>
            <a:r>
              <a:rPr dirty="0"/>
              <a:t>Processing</a:t>
            </a:r>
            <a:r>
              <a:rPr dirty="0" spc="-70"/>
              <a:t> </a:t>
            </a:r>
            <a:r>
              <a:rPr dirty="0" spc="-310"/>
              <a:t>|</a:t>
            </a:r>
            <a:r>
              <a:rPr dirty="0" spc="-60"/>
              <a:t> </a:t>
            </a:r>
            <a:r>
              <a:rPr dirty="0" spc="-65"/>
              <a:t>Dr.</a:t>
            </a:r>
            <a:r>
              <a:rPr dirty="0" spc="-50"/>
              <a:t> </a:t>
            </a:r>
            <a:r>
              <a:rPr dirty="0" spc="-25"/>
              <a:t>Ikramullah</a:t>
            </a:r>
            <a:r>
              <a:rPr dirty="0" spc="-30"/>
              <a:t> </a:t>
            </a:r>
            <a:r>
              <a:rPr dirty="0" spc="-10"/>
              <a:t>Khosa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8739" y="268935"/>
            <a:ext cx="3301365" cy="69723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pc="-220"/>
              <a:t>Line</a:t>
            </a:r>
            <a:r>
              <a:rPr dirty="0" spc="-445"/>
              <a:t> </a:t>
            </a:r>
            <a:r>
              <a:rPr dirty="0" spc="-180"/>
              <a:t>Detection</a:t>
            </a: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913876" y="1109711"/>
            <a:ext cx="1447260" cy="3545548"/>
          </a:xfrm>
          <a:prstGeom prst="rect">
            <a:avLst/>
          </a:prstGeom>
        </p:spPr>
      </p:pic>
      <p:pic>
        <p:nvPicPr>
          <p:cNvPr id="4" name="object 4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017520" y="1068324"/>
            <a:ext cx="5652515" cy="5652516"/>
          </a:xfrm>
          <a:prstGeom prst="rect">
            <a:avLst/>
          </a:prstGeom>
        </p:spPr>
      </p:pic>
      <p:sp>
        <p:nvSpPr>
          <p:cNvPr id="5" name="object 5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38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dirty="0"/>
              <a:t>CPE415</a:t>
            </a:r>
            <a:r>
              <a:rPr dirty="0" spc="-95"/>
              <a:t> </a:t>
            </a:r>
            <a:r>
              <a:rPr dirty="0" spc="-35"/>
              <a:t>Digital</a:t>
            </a:r>
            <a:r>
              <a:rPr dirty="0" spc="-50"/>
              <a:t> </a:t>
            </a:r>
            <a:r>
              <a:rPr dirty="0" spc="-20"/>
              <a:t>Image</a:t>
            </a:r>
            <a:r>
              <a:rPr dirty="0" spc="-25"/>
              <a:t> </a:t>
            </a:r>
            <a:r>
              <a:rPr dirty="0"/>
              <a:t>Processing</a:t>
            </a:r>
            <a:r>
              <a:rPr dirty="0" spc="-70"/>
              <a:t> </a:t>
            </a:r>
            <a:r>
              <a:rPr dirty="0" spc="-310"/>
              <a:t>|</a:t>
            </a:r>
            <a:r>
              <a:rPr dirty="0" spc="-60"/>
              <a:t> </a:t>
            </a:r>
            <a:r>
              <a:rPr dirty="0" spc="-65"/>
              <a:t>Dr.</a:t>
            </a:r>
            <a:r>
              <a:rPr dirty="0" spc="-50"/>
              <a:t> </a:t>
            </a:r>
            <a:r>
              <a:rPr dirty="0" spc="-25"/>
              <a:t>Ikramullah</a:t>
            </a:r>
            <a:r>
              <a:rPr dirty="0" spc="-30"/>
              <a:t> </a:t>
            </a:r>
            <a:r>
              <a:rPr dirty="0" spc="-10"/>
              <a:t>Khosa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pc="-220"/>
              <a:t>Line</a:t>
            </a:r>
            <a:r>
              <a:rPr dirty="0" spc="-445"/>
              <a:t> </a:t>
            </a:r>
            <a:r>
              <a:rPr dirty="0" spc="-190"/>
              <a:t>Detection</a:t>
            </a: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432976" y="4193180"/>
            <a:ext cx="7292024" cy="622869"/>
          </a:xfrm>
          <a:prstGeom prst="rect">
            <a:avLst/>
          </a:prstGeom>
        </p:spPr>
      </p:pic>
      <p:pic>
        <p:nvPicPr>
          <p:cNvPr id="4" name="object 4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375916" y="1901951"/>
            <a:ext cx="7440168" cy="2028827"/>
          </a:xfrm>
          <a:prstGeom prst="rect">
            <a:avLst/>
          </a:prstGeom>
        </p:spPr>
      </p:pic>
      <p:grpSp>
        <p:nvGrpSpPr>
          <p:cNvPr id="5" name="object 5" descr=""/>
          <p:cNvGrpSpPr/>
          <p:nvPr/>
        </p:nvGrpSpPr>
        <p:grpSpPr>
          <a:xfrm>
            <a:off x="370331" y="5452871"/>
            <a:ext cx="10869295" cy="289560"/>
            <a:chOff x="370331" y="5452871"/>
            <a:chExt cx="10869295" cy="289560"/>
          </a:xfrm>
        </p:grpSpPr>
        <p:pic>
          <p:nvPicPr>
            <p:cNvPr id="6" name="object 6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70331" y="5452871"/>
              <a:ext cx="5532890" cy="289559"/>
            </a:xfrm>
            <a:prstGeom prst="rect">
              <a:avLst/>
            </a:prstGeom>
          </p:spPr>
        </p:pic>
        <p:pic>
          <p:nvPicPr>
            <p:cNvPr id="7" name="object 7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929271" y="5500314"/>
              <a:ext cx="5310228" cy="188313"/>
            </a:xfrm>
            <a:prstGeom prst="rect">
              <a:avLst/>
            </a:prstGeom>
          </p:spPr>
        </p:pic>
      </p:grpSp>
      <p:sp>
        <p:nvSpPr>
          <p:cNvPr id="8" name="object 8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38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dirty="0"/>
              <a:t>CPE415</a:t>
            </a:r>
            <a:r>
              <a:rPr dirty="0" spc="-95"/>
              <a:t> </a:t>
            </a:r>
            <a:r>
              <a:rPr dirty="0" spc="-35"/>
              <a:t>Digital</a:t>
            </a:r>
            <a:r>
              <a:rPr dirty="0" spc="-50"/>
              <a:t> </a:t>
            </a:r>
            <a:r>
              <a:rPr dirty="0" spc="-20"/>
              <a:t>Image</a:t>
            </a:r>
            <a:r>
              <a:rPr dirty="0" spc="-25"/>
              <a:t> </a:t>
            </a:r>
            <a:r>
              <a:rPr dirty="0"/>
              <a:t>Processing</a:t>
            </a:r>
            <a:r>
              <a:rPr dirty="0" spc="-70"/>
              <a:t> </a:t>
            </a:r>
            <a:r>
              <a:rPr dirty="0" spc="-310"/>
              <a:t>|</a:t>
            </a:r>
            <a:r>
              <a:rPr dirty="0" spc="-60"/>
              <a:t> </a:t>
            </a:r>
            <a:r>
              <a:rPr dirty="0" spc="-65"/>
              <a:t>Dr.</a:t>
            </a:r>
            <a:r>
              <a:rPr dirty="0" spc="-50"/>
              <a:t> </a:t>
            </a:r>
            <a:r>
              <a:rPr dirty="0" spc="-25"/>
              <a:t>Ikramullah</a:t>
            </a:r>
            <a:r>
              <a:rPr dirty="0" spc="-30"/>
              <a:t> </a:t>
            </a:r>
            <a:r>
              <a:rPr dirty="0" spc="-10"/>
              <a:t>Khosa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pc="-220"/>
              <a:t>Line</a:t>
            </a:r>
            <a:r>
              <a:rPr dirty="0" spc="-445"/>
              <a:t> </a:t>
            </a:r>
            <a:r>
              <a:rPr dirty="0" spc="-190"/>
              <a:t>Detection</a:t>
            </a:r>
          </a:p>
        </p:txBody>
      </p:sp>
      <p:grpSp>
        <p:nvGrpSpPr>
          <p:cNvPr id="3" name="object 3" descr=""/>
          <p:cNvGrpSpPr/>
          <p:nvPr/>
        </p:nvGrpSpPr>
        <p:grpSpPr>
          <a:xfrm>
            <a:off x="3701796" y="1001267"/>
            <a:ext cx="7169150" cy="5857240"/>
            <a:chOff x="3701796" y="1001267"/>
            <a:chExt cx="7169150" cy="5857240"/>
          </a:xfrm>
        </p:grpSpPr>
        <p:pic>
          <p:nvPicPr>
            <p:cNvPr id="4" name="object 4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701796" y="5513831"/>
              <a:ext cx="7168896" cy="1344166"/>
            </a:xfrm>
            <a:prstGeom prst="rect">
              <a:avLst/>
            </a:prstGeom>
          </p:spPr>
        </p:pic>
        <p:pic>
          <p:nvPicPr>
            <p:cNvPr id="5" name="object 5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701796" y="1001267"/>
              <a:ext cx="6792468" cy="4502859"/>
            </a:xfrm>
            <a:prstGeom prst="rect">
              <a:avLst/>
            </a:prstGeom>
          </p:spPr>
        </p:pic>
      </p:grpSp>
      <p:sp>
        <p:nvSpPr>
          <p:cNvPr id="6" name="object 6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38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dirty="0"/>
              <a:t>CPE415</a:t>
            </a:r>
            <a:r>
              <a:rPr dirty="0" spc="-95"/>
              <a:t> </a:t>
            </a:r>
            <a:r>
              <a:rPr dirty="0" spc="-35"/>
              <a:t>Digital</a:t>
            </a:r>
            <a:r>
              <a:rPr dirty="0" spc="-50"/>
              <a:t> </a:t>
            </a:r>
            <a:r>
              <a:rPr dirty="0" spc="-20"/>
              <a:t>Image</a:t>
            </a:r>
            <a:r>
              <a:rPr dirty="0" spc="-25"/>
              <a:t> </a:t>
            </a:r>
            <a:r>
              <a:rPr dirty="0"/>
              <a:t>Processing</a:t>
            </a:r>
            <a:r>
              <a:rPr dirty="0" spc="-70"/>
              <a:t> </a:t>
            </a:r>
            <a:r>
              <a:rPr dirty="0" spc="-310"/>
              <a:t>|</a:t>
            </a:r>
            <a:r>
              <a:rPr dirty="0" spc="-60"/>
              <a:t> </a:t>
            </a:r>
            <a:r>
              <a:rPr dirty="0" spc="-65"/>
              <a:t>Dr.</a:t>
            </a:r>
            <a:r>
              <a:rPr dirty="0" spc="-50"/>
              <a:t> </a:t>
            </a:r>
            <a:r>
              <a:rPr dirty="0" spc="-25"/>
              <a:t>Ikramullah</a:t>
            </a:r>
            <a:r>
              <a:rPr dirty="0" spc="-30"/>
              <a:t> </a:t>
            </a:r>
            <a:r>
              <a:rPr dirty="0" spc="-10"/>
              <a:t>Khosa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pc="-204"/>
              <a:t>Edge</a:t>
            </a:r>
            <a:r>
              <a:rPr dirty="0" spc="-445"/>
              <a:t> </a:t>
            </a:r>
            <a:r>
              <a:rPr dirty="0" spc="-20"/>
              <a:t>Models</a:t>
            </a: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149564" y="1244562"/>
            <a:ext cx="1448274" cy="1820120"/>
          </a:xfrm>
          <a:prstGeom prst="rect">
            <a:avLst/>
          </a:prstGeom>
        </p:spPr>
      </p:pic>
      <p:pic>
        <p:nvPicPr>
          <p:cNvPr id="4" name="object 4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929127" y="1234439"/>
            <a:ext cx="7106411" cy="1574291"/>
          </a:xfrm>
          <a:prstGeom prst="rect">
            <a:avLst/>
          </a:prstGeom>
        </p:spPr>
      </p:pic>
      <p:grpSp>
        <p:nvGrpSpPr>
          <p:cNvPr id="5" name="object 5" descr=""/>
          <p:cNvGrpSpPr/>
          <p:nvPr/>
        </p:nvGrpSpPr>
        <p:grpSpPr>
          <a:xfrm>
            <a:off x="662940" y="3429000"/>
            <a:ext cx="10928985" cy="3228340"/>
            <a:chOff x="662940" y="3429000"/>
            <a:chExt cx="10928985" cy="3228340"/>
          </a:xfrm>
        </p:grpSpPr>
        <p:pic>
          <p:nvPicPr>
            <p:cNvPr id="6" name="object 6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928616" y="5721095"/>
              <a:ext cx="6662928" cy="934212"/>
            </a:xfrm>
            <a:prstGeom prst="rect">
              <a:avLst/>
            </a:prstGeom>
          </p:spPr>
        </p:pic>
        <p:pic>
          <p:nvPicPr>
            <p:cNvPr id="7" name="object 7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62940" y="3429000"/>
              <a:ext cx="4221480" cy="3227832"/>
            </a:xfrm>
            <a:prstGeom prst="rect">
              <a:avLst/>
            </a:prstGeom>
          </p:spPr>
        </p:pic>
      </p:grpSp>
      <p:sp>
        <p:nvSpPr>
          <p:cNvPr id="8" name="object 8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38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dirty="0"/>
              <a:t>CPE415</a:t>
            </a:r>
            <a:r>
              <a:rPr dirty="0" spc="-95"/>
              <a:t> </a:t>
            </a:r>
            <a:r>
              <a:rPr dirty="0" spc="-35"/>
              <a:t>Digital</a:t>
            </a:r>
            <a:r>
              <a:rPr dirty="0" spc="-50"/>
              <a:t> </a:t>
            </a:r>
            <a:r>
              <a:rPr dirty="0" spc="-20"/>
              <a:t>Image</a:t>
            </a:r>
            <a:r>
              <a:rPr dirty="0" spc="-25"/>
              <a:t> </a:t>
            </a:r>
            <a:r>
              <a:rPr dirty="0"/>
              <a:t>Processing</a:t>
            </a:r>
            <a:r>
              <a:rPr dirty="0" spc="-70"/>
              <a:t> </a:t>
            </a:r>
            <a:r>
              <a:rPr dirty="0" spc="-310"/>
              <a:t>|</a:t>
            </a:r>
            <a:r>
              <a:rPr dirty="0" spc="-60"/>
              <a:t> </a:t>
            </a:r>
            <a:r>
              <a:rPr dirty="0" spc="-65"/>
              <a:t>Dr.</a:t>
            </a:r>
            <a:r>
              <a:rPr dirty="0" spc="-50"/>
              <a:t> </a:t>
            </a:r>
            <a:r>
              <a:rPr dirty="0" spc="-25"/>
              <a:t>Ikramullah</a:t>
            </a:r>
            <a:r>
              <a:rPr dirty="0" spc="-30"/>
              <a:t> </a:t>
            </a:r>
            <a:r>
              <a:rPr dirty="0" spc="-10"/>
              <a:t>Khosa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pc="-204"/>
              <a:t>Edge</a:t>
            </a:r>
            <a:r>
              <a:rPr dirty="0" spc="-445"/>
              <a:t> </a:t>
            </a:r>
            <a:r>
              <a:rPr dirty="0" spc="-20"/>
              <a:t>Models</a:t>
            </a: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797914" y="1736130"/>
            <a:ext cx="1179800" cy="2380220"/>
          </a:xfrm>
          <a:prstGeom prst="rect">
            <a:avLst/>
          </a:prstGeom>
        </p:spPr>
      </p:pic>
      <p:pic>
        <p:nvPicPr>
          <p:cNvPr id="4" name="object 4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964179" y="1691639"/>
            <a:ext cx="5574792" cy="4149852"/>
          </a:xfrm>
          <a:prstGeom prst="rect">
            <a:avLst/>
          </a:prstGeom>
        </p:spPr>
      </p:pic>
      <p:sp>
        <p:nvSpPr>
          <p:cNvPr id="5" name="object 5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38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dirty="0"/>
              <a:t>CPE415</a:t>
            </a:r>
            <a:r>
              <a:rPr dirty="0" spc="-95"/>
              <a:t> </a:t>
            </a:r>
            <a:r>
              <a:rPr dirty="0" spc="-35"/>
              <a:t>Digital</a:t>
            </a:r>
            <a:r>
              <a:rPr dirty="0" spc="-50"/>
              <a:t> </a:t>
            </a:r>
            <a:r>
              <a:rPr dirty="0" spc="-20"/>
              <a:t>Image</a:t>
            </a:r>
            <a:r>
              <a:rPr dirty="0" spc="-25"/>
              <a:t> </a:t>
            </a:r>
            <a:r>
              <a:rPr dirty="0"/>
              <a:t>Processing</a:t>
            </a:r>
            <a:r>
              <a:rPr dirty="0" spc="-70"/>
              <a:t> </a:t>
            </a:r>
            <a:r>
              <a:rPr dirty="0" spc="-310"/>
              <a:t>|</a:t>
            </a:r>
            <a:r>
              <a:rPr dirty="0" spc="-60"/>
              <a:t> </a:t>
            </a:r>
            <a:r>
              <a:rPr dirty="0" spc="-65"/>
              <a:t>Dr.</a:t>
            </a:r>
            <a:r>
              <a:rPr dirty="0" spc="-50"/>
              <a:t> </a:t>
            </a:r>
            <a:r>
              <a:rPr dirty="0" spc="-25"/>
              <a:t>Ikramullah</a:t>
            </a:r>
            <a:r>
              <a:rPr dirty="0" spc="-30"/>
              <a:t> </a:t>
            </a:r>
            <a:r>
              <a:rPr dirty="0" spc="-10"/>
              <a:t>Khosa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pc="-204"/>
              <a:t>Edge</a:t>
            </a:r>
            <a:r>
              <a:rPr dirty="0" spc="-434"/>
              <a:t> </a:t>
            </a:r>
            <a:r>
              <a:rPr dirty="0" spc="-185"/>
              <a:t>Detection</a:t>
            </a: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51651" y="2107782"/>
            <a:ext cx="10076302" cy="2565518"/>
          </a:xfrm>
          <a:prstGeom prst="rect">
            <a:avLst/>
          </a:prstGeom>
        </p:spPr>
      </p:pic>
      <p:sp>
        <p:nvSpPr>
          <p:cNvPr id="4" name="object 4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38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dirty="0"/>
              <a:t>CPE415</a:t>
            </a:r>
            <a:r>
              <a:rPr dirty="0" spc="-95"/>
              <a:t> </a:t>
            </a:r>
            <a:r>
              <a:rPr dirty="0" spc="-35"/>
              <a:t>Digital</a:t>
            </a:r>
            <a:r>
              <a:rPr dirty="0" spc="-50"/>
              <a:t> </a:t>
            </a:r>
            <a:r>
              <a:rPr dirty="0" spc="-20"/>
              <a:t>Image</a:t>
            </a:r>
            <a:r>
              <a:rPr dirty="0" spc="-25"/>
              <a:t> </a:t>
            </a:r>
            <a:r>
              <a:rPr dirty="0"/>
              <a:t>Processing</a:t>
            </a:r>
            <a:r>
              <a:rPr dirty="0" spc="-70"/>
              <a:t> </a:t>
            </a:r>
            <a:r>
              <a:rPr dirty="0" spc="-310"/>
              <a:t>|</a:t>
            </a:r>
            <a:r>
              <a:rPr dirty="0" spc="-60"/>
              <a:t> </a:t>
            </a:r>
            <a:r>
              <a:rPr dirty="0" spc="-65"/>
              <a:t>Dr.</a:t>
            </a:r>
            <a:r>
              <a:rPr dirty="0" spc="-50"/>
              <a:t> </a:t>
            </a:r>
            <a:r>
              <a:rPr dirty="0" spc="-25"/>
              <a:t>Ikramullah</a:t>
            </a:r>
            <a:r>
              <a:rPr dirty="0" spc="-30"/>
              <a:t> </a:t>
            </a:r>
            <a:r>
              <a:rPr dirty="0" spc="-10"/>
              <a:t>Khosa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pc="-204"/>
              <a:t>Edge</a:t>
            </a:r>
            <a:r>
              <a:rPr dirty="0" spc="-445"/>
              <a:t> </a:t>
            </a:r>
            <a:r>
              <a:rPr dirty="0" spc="-185"/>
              <a:t>Detection</a:t>
            </a: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147559" y="137158"/>
            <a:ext cx="4421124" cy="6612634"/>
          </a:xfrm>
          <a:prstGeom prst="rect">
            <a:avLst/>
          </a:prstGeom>
        </p:spPr>
      </p:pic>
      <p:pic>
        <p:nvPicPr>
          <p:cNvPr id="4" name="object 4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4132" y="2505774"/>
            <a:ext cx="6863638" cy="790205"/>
          </a:xfrm>
          <a:prstGeom prst="rect">
            <a:avLst/>
          </a:prstGeom>
        </p:spPr>
      </p:pic>
      <p:sp>
        <p:nvSpPr>
          <p:cNvPr id="5" name="object 5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38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dirty="0"/>
              <a:t>CPE415</a:t>
            </a:r>
            <a:r>
              <a:rPr dirty="0" spc="-95"/>
              <a:t> </a:t>
            </a:r>
            <a:r>
              <a:rPr dirty="0" spc="-35"/>
              <a:t>Digital</a:t>
            </a:r>
            <a:r>
              <a:rPr dirty="0" spc="-50"/>
              <a:t> </a:t>
            </a:r>
            <a:r>
              <a:rPr dirty="0" spc="-20"/>
              <a:t>Image</a:t>
            </a:r>
            <a:r>
              <a:rPr dirty="0" spc="-25"/>
              <a:t> </a:t>
            </a:r>
            <a:r>
              <a:rPr dirty="0"/>
              <a:t>Processing</a:t>
            </a:r>
            <a:r>
              <a:rPr dirty="0" spc="-70"/>
              <a:t> </a:t>
            </a:r>
            <a:r>
              <a:rPr dirty="0" spc="-310"/>
              <a:t>|</a:t>
            </a:r>
            <a:r>
              <a:rPr dirty="0" spc="-60"/>
              <a:t> </a:t>
            </a:r>
            <a:r>
              <a:rPr dirty="0" spc="-65"/>
              <a:t>Dr.</a:t>
            </a:r>
            <a:r>
              <a:rPr dirty="0" spc="-50"/>
              <a:t> </a:t>
            </a:r>
            <a:r>
              <a:rPr dirty="0" spc="-25"/>
              <a:t>Ikramullah</a:t>
            </a:r>
            <a:r>
              <a:rPr dirty="0" spc="-30"/>
              <a:t> </a:t>
            </a:r>
            <a:r>
              <a:rPr dirty="0" spc="-10"/>
              <a:t>Khosa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pc="-215"/>
              <a:t>Image</a:t>
            </a:r>
            <a:r>
              <a:rPr dirty="0" spc="-455"/>
              <a:t> </a:t>
            </a:r>
            <a:r>
              <a:rPr dirty="0" spc="-265"/>
              <a:t>Gradient</a:t>
            </a: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92223" y="5792722"/>
            <a:ext cx="8290559" cy="993647"/>
          </a:xfrm>
          <a:prstGeom prst="rect">
            <a:avLst/>
          </a:prstGeom>
        </p:spPr>
      </p:pic>
      <p:pic>
        <p:nvPicPr>
          <p:cNvPr id="4" name="object 4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99365" y="3303197"/>
            <a:ext cx="7129112" cy="2064747"/>
          </a:xfrm>
          <a:prstGeom prst="rect">
            <a:avLst/>
          </a:prstGeom>
        </p:spPr>
      </p:pic>
      <p:pic>
        <p:nvPicPr>
          <p:cNvPr id="5" name="object 5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71071" y="1368078"/>
            <a:ext cx="3748153" cy="954969"/>
          </a:xfrm>
          <a:prstGeom prst="rect">
            <a:avLst/>
          </a:prstGeom>
        </p:spPr>
      </p:pic>
      <p:pic>
        <p:nvPicPr>
          <p:cNvPr id="6" name="object 6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5218915" y="1473413"/>
            <a:ext cx="3221535" cy="310945"/>
          </a:xfrm>
          <a:prstGeom prst="rect">
            <a:avLst/>
          </a:prstGeom>
        </p:spPr>
      </p:pic>
      <p:pic>
        <p:nvPicPr>
          <p:cNvPr id="7" name="object 7" descr="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9586566" y="1201277"/>
            <a:ext cx="2036578" cy="521817"/>
          </a:xfrm>
          <a:prstGeom prst="rect">
            <a:avLst/>
          </a:prstGeom>
        </p:spPr>
      </p:pic>
      <p:pic>
        <p:nvPicPr>
          <p:cNvPr id="8" name="object 8" descr="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5995984" y="1966566"/>
            <a:ext cx="1914612" cy="945451"/>
          </a:xfrm>
          <a:prstGeom prst="rect">
            <a:avLst/>
          </a:prstGeom>
        </p:spPr>
      </p:pic>
      <p:pic>
        <p:nvPicPr>
          <p:cNvPr id="9" name="object 9" descr="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9646157" y="2087879"/>
            <a:ext cx="2114550" cy="333756"/>
          </a:xfrm>
          <a:prstGeom prst="rect">
            <a:avLst/>
          </a:prstGeom>
        </p:spPr>
      </p:pic>
      <p:sp>
        <p:nvSpPr>
          <p:cNvPr id="10" name="object 10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38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dirty="0"/>
              <a:t>CPE415</a:t>
            </a:r>
            <a:r>
              <a:rPr dirty="0" spc="-95"/>
              <a:t> </a:t>
            </a:r>
            <a:r>
              <a:rPr dirty="0" spc="-35"/>
              <a:t>Digital</a:t>
            </a:r>
            <a:r>
              <a:rPr dirty="0" spc="-50"/>
              <a:t> </a:t>
            </a:r>
            <a:r>
              <a:rPr dirty="0" spc="-20"/>
              <a:t>Image</a:t>
            </a:r>
            <a:r>
              <a:rPr dirty="0" spc="-25"/>
              <a:t> </a:t>
            </a:r>
            <a:r>
              <a:rPr dirty="0"/>
              <a:t>Processing</a:t>
            </a:r>
            <a:r>
              <a:rPr dirty="0" spc="-70"/>
              <a:t> </a:t>
            </a:r>
            <a:r>
              <a:rPr dirty="0" spc="-310"/>
              <a:t>|</a:t>
            </a:r>
            <a:r>
              <a:rPr dirty="0" spc="-60"/>
              <a:t> </a:t>
            </a:r>
            <a:r>
              <a:rPr dirty="0" spc="-65"/>
              <a:t>Dr.</a:t>
            </a:r>
            <a:r>
              <a:rPr dirty="0" spc="-50"/>
              <a:t> </a:t>
            </a:r>
            <a:r>
              <a:rPr dirty="0" spc="-25"/>
              <a:t>Ikramullah</a:t>
            </a:r>
            <a:r>
              <a:rPr dirty="0" spc="-30"/>
              <a:t> </a:t>
            </a:r>
            <a:r>
              <a:rPr dirty="0" spc="-10"/>
              <a:t>Khosa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pc="-254"/>
              <a:t>Gradient</a:t>
            </a:r>
            <a:r>
              <a:rPr dirty="0" spc="-470"/>
              <a:t> </a:t>
            </a:r>
            <a:r>
              <a:rPr dirty="0" spc="-170"/>
              <a:t>Operators</a:t>
            </a: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380699" y="207050"/>
            <a:ext cx="1407928" cy="2643036"/>
          </a:xfrm>
          <a:prstGeom prst="rect">
            <a:avLst/>
          </a:prstGeom>
        </p:spPr>
      </p:pic>
      <p:pic>
        <p:nvPicPr>
          <p:cNvPr id="4" name="object 4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882896" y="153923"/>
            <a:ext cx="3002279" cy="6169569"/>
          </a:xfrm>
          <a:prstGeom prst="rect">
            <a:avLst/>
          </a:prstGeom>
        </p:spPr>
      </p:pic>
      <p:sp>
        <p:nvSpPr>
          <p:cNvPr id="5" name="object 5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38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dirty="0"/>
              <a:t>CPE415</a:t>
            </a:r>
            <a:r>
              <a:rPr dirty="0" spc="-95"/>
              <a:t> </a:t>
            </a:r>
            <a:r>
              <a:rPr dirty="0" spc="-35"/>
              <a:t>Digital</a:t>
            </a:r>
            <a:r>
              <a:rPr dirty="0" spc="-50"/>
              <a:t> </a:t>
            </a:r>
            <a:r>
              <a:rPr dirty="0" spc="-20"/>
              <a:t>Image</a:t>
            </a:r>
            <a:r>
              <a:rPr dirty="0" spc="-25"/>
              <a:t> </a:t>
            </a:r>
            <a:r>
              <a:rPr dirty="0"/>
              <a:t>Processing</a:t>
            </a:r>
            <a:r>
              <a:rPr dirty="0" spc="-70"/>
              <a:t> </a:t>
            </a:r>
            <a:r>
              <a:rPr dirty="0" spc="-310"/>
              <a:t>|</a:t>
            </a:r>
            <a:r>
              <a:rPr dirty="0" spc="-60"/>
              <a:t> </a:t>
            </a:r>
            <a:r>
              <a:rPr dirty="0" spc="-65"/>
              <a:t>Dr.</a:t>
            </a:r>
            <a:r>
              <a:rPr dirty="0" spc="-50"/>
              <a:t> </a:t>
            </a:r>
            <a:r>
              <a:rPr dirty="0" spc="-25"/>
              <a:t>Ikramullah</a:t>
            </a:r>
            <a:r>
              <a:rPr dirty="0" spc="-30"/>
              <a:t> </a:t>
            </a:r>
            <a:r>
              <a:rPr dirty="0" spc="-10"/>
              <a:t>Khosa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pc="-215"/>
              <a:t>Image</a:t>
            </a:r>
            <a:r>
              <a:rPr dirty="0" spc="-455"/>
              <a:t> </a:t>
            </a:r>
            <a:r>
              <a:rPr dirty="0" spc="-265"/>
              <a:t>Gradient</a:t>
            </a: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133102" y="2063944"/>
            <a:ext cx="1176554" cy="1578592"/>
          </a:xfrm>
          <a:prstGeom prst="rect">
            <a:avLst/>
          </a:prstGeom>
        </p:spPr>
      </p:pic>
      <p:pic>
        <p:nvPicPr>
          <p:cNvPr id="4" name="object 4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833116" y="2052827"/>
            <a:ext cx="6100572" cy="3357103"/>
          </a:xfrm>
          <a:prstGeom prst="rect">
            <a:avLst/>
          </a:prstGeom>
        </p:spPr>
      </p:pic>
      <p:sp>
        <p:nvSpPr>
          <p:cNvPr id="5" name="object 5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38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dirty="0"/>
              <a:t>CPE415</a:t>
            </a:r>
            <a:r>
              <a:rPr dirty="0" spc="-95"/>
              <a:t> </a:t>
            </a:r>
            <a:r>
              <a:rPr dirty="0" spc="-35"/>
              <a:t>Digital</a:t>
            </a:r>
            <a:r>
              <a:rPr dirty="0" spc="-50"/>
              <a:t> </a:t>
            </a:r>
            <a:r>
              <a:rPr dirty="0" spc="-20"/>
              <a:t>Image</a:t>
            </a:r>
            <a:r>
              <a:rPr dirty="0" spc="-25"/>
              <a:t> </a:t>
            </a:r>
            <a:r>
              <a:rPr dirty="0"/>
              <a:t>Processing</a:t>
            </a:r>
            <a:r>
              <a:rPr dirty="0" spc="-70"/>
              <a:t> </a:t>
            </a:r>
            <a:r>
              <a:rPr dirty="0" spc="-310"/>
              <a:t>|</a:t>
            </a:r>
            <a:r>
              <a:rPr dirty="0" spc="-60"/>
              <a:t> </a:t>
            </a:r>
            <a:r>
              <a:rPr dirty="0" spc="-65"/>
              <a:t>Dr.</a:t>
            </a:r>
            <a:r>
              <a:rPr dirty="0" spc="-50"/>
              <a:t> </a:t>
            </a:r>
            <a:r>
              <a:rPr dirty="0" spc="-25"/>
              <a:t>Ikramullah</a:t>
            </a:r>
            <a:r>
              <a:rPr dirty="0" spc="-30"/>
              <a:t> </a:t>
            </a:r>
            <a:r>
              <a:rPr dirty="0" spc="-10"/>
              <a:t>Khosa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pc="-215"/>
              <a:t>Image</a:t>
            </a:r>
            <a:r>
              <a:rPr dirty="0" spc="-455"/>
              <a:t> </a:t>
            </a:r>
            <a:r>
              <a:rPr dirty="0" spc="-265"/>
              <a:t>Gradient</a:t>
            </a: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129413" y="1643251"/>
            <a:ext cx="1084652" cy="3220341"/>
          </a:xfrm>
          <a:prstGeom prst="rect">
            <a:avLst/>
          </a:prstGeom>
        </p:spPr>
      </p:pic>
      <p:pic>
        <p:nvPicPr>
          <p:cNvPr id="4" name="object 4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247644" y="1581911"/>
            <a:ext cx="5696711" cy="4283964"/>
          </a:xfrm>
          <a:prstGeom prst="rect">
            <a:avLst/>
          </a:prstGeom>
        </p:spPr>
      </p:pic>
      <p:sp>
        <p:nvSpPr>
          <p:cNvPr id="5" name="object 5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38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dirty="0"/>
              <a:t>CPE415</a:t>
            </a:r>
            <a:r>
              <a:rPr dirty="0" spc="-95"/>
              <a:t> </a:t>
            </a:r>
            <a:r>
              <a:rPr dirty="0" spc="-35"/>
              <a:t>Digital</a:t>
            </a:r>
            <a:r>
              <a:rPr dirty="0" spc="-50"/>
              <a:t> </a:t>
            </a:r>
            <a:r>
              <a:rPr dirty="0" spc="-20"/>
              <a:t>Image</a:t>
            </a:r>
            <a:r>
              <a:rPr dirty="0" spc="-25"/>
              <a:t> </a:t>
            </a:r>
            <a:r>
              <a:rPr dirty="0"/>
              <a:t>Processing</a:t>
            </a:r>
            <a:r>
              <a:rPr dirty="0" spc="-70"/>
              <a:t> </a:t>
            </a:r>
            <a:r>
              <a:rPr dirty="0" spc="-310"/>
              <a:t>|</a:t>
            </a:r>
            <a:r>
              <a:rPr dirty="0" spc="-60"/>
              <a:t> </a:t>
            </a:r>
            <a:r>
              <a:rPr dirty="0" spc="-65"/>
              <a:t>Dr.</a:t>
            </a:r>
            <a:r>
              <a:rPr dirty="0" spc="-50"/>
              <a:t> </a:t>
            </a:r>
            <a:r>
              <a:rPr dirty="0" spc="-25"/>
              <a:t>Ikramullah</a:t>
            </a:r>
            <a:r>
              <a:rPr dirty="0" spc="-30"/>
              <a:t> </a:t>
            </a:r>
            <a:r>
              <a:rPr dirty="0" spc="-10"/>
              <a:t>Khosa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8739" y="268935"/>
            <a:ext cx="3344545" cy="69723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pc="-254"/>
              <a:t>Gradient</a:t>
            </a:r>
            <a:r>
              <a:rPr dirty="0" spc="-465"/>
              <a:t> </a:t>
            </a:r>
            <a:r>
              <a:rPr dirty="0" spc="-165"/>
              <a:t>Angle</a:t>
            </a: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461730" y="1776363"/>
            <a:ext cx="1237123" cy="2226280"/>
          </a:xfrm>
          <a:prstGeom prst="rect">
            <a:avLst/>
          </a:prstGeom>
        </p:spPr>
      </p:pic>
      <p:pic>
        <p:nvPicPr>
          <p:cNvPr id="4" name="object 4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284220" y="1729739"/>
            <a:ext cx="5004816" cy="3752088"/>
          </a:xfrm>
          <a:prstGeom prst="rect">
            <a:avLst/>
          </a:prstGeom>
        </p:spPr>
      </p:pic>
      <p:sp>
        <p:nvSpPr>
          <p:cNvPr id="5" name="object 5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38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dirty="0"/>
              <a:t>CPE415</a:t>
            </a:r>
            <a:r>
              <a:rPr dirty="0" spc="-95"/>
              <a:t> </a:t>
            </a:r>
            <a:r>
              <a:rPr dirty="0" spc="-35"/>
              <a:t>Digital</a:t>
            </a:r>
            <a:r>
              <a:rPr dirty="0" spc="-50"/>
              <a:t> </a:t>
            </a:r>
            <a:r>
              <a:rPr dirty="0" spc="-20"/>
              <a:t>Image</a:t>
            </a:r>
            <a:r>
              <a:rPr dirty="0" spc="-25"/>
              <a:t> </a:t>
            </a:r>
            <a:r>
              <a:rPr dirty="0"/>
              <a:t>Processing</a:t>
            </a:r>
            <a:r>
              <a:rPr dirty="0" spc="-70"/>
              <a:t> </a:t>
            </a:r>
            <a:r>
              <a:rPr dirty="0" spc="-310"/>
              <a:t>|</a:t>
            </a:r>
            <a:r>
              <a:rPr dirty="0" spc="-60"/>
              <a:t> </a:t>
            </a:r>
            <a:r>
              <a:rPr dirty="0" spc="-65"/>
              <a:t>Dr.</a:t>
            </a:r>
            <a:r>
              <a:rPr dirty="0" spc="-50"/>
              <a:t> </a:t>
            </a:r>
            <a:r>
              <a:rPr dirty="0" spc="-25"/>
              <a:t>Ikramullah</a:t>
            </a:r>
            <a:r>
              <a:rPr dirty="0" spc="-30"/>
              <a:t> </a:t>
            </a:r>
            <a:r>
              <a:rPr dirty="0" spc="-10"/>
              <a:t>Khosa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pc="-254"/>
              <a:t>Gradient</a:t>
            </a:r>
            <a:r>
              <a:rPr dirty="0" spc="-470"/>
              <a:t> </a:t>
            </a:r>
            <a:r>
              <a:rPr dirty="0" spc="-265"/>
              <a:t>with</a:t>
            </a:r>
            <a:r>
              <a:rPr dirty="0" spc="-430"/>
              <a:t> </a:t>
            </a:r>
            <a:r>
              <a:rPr dirty="0" spc="-215"/>
              <a:t>Pre-</a:t>
            </a:r>
            <a:r>
              <a:rPr dirty="0" spc="-140"/>
              <a:t>smoothing</a:t>
            </a: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950874" y="1612672"/>
            <a:ext cx="1145740" cy="1675278"/>
          </a:xfrm>
          <a:prstGeom prst="rect">
            <a:avLst/>
          </a:prstGeom>
        </p:spPr>
      </p:pic>
      <p:pic>
        <p:nvPicPr>
          <p:cNvPr id="4" name="object 4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784348" y="1591055"/>
            <a:ext cx="6024372" cy="4529328"/>
          </a:xfrm>
          <a:prstGeom prst="rect">
            <a:avLst/>
          </a:prstGeom>
        </p:spPr>
      </p:pic>
      <p:sp>
        <p:nvSpPr>
          <p:cNvPr id="5" name="object 5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38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dirty="0"/>
              <a:t>CPE415</a:t>
            </a:r>
            <a:r>
              <a:rPr dirty="0" spc="-95"/>
              <a:t> </a:t>
            </a:r>
            <a:r>
              <a:rPr dirty="0" spc="-35"/>
              <a:t>Digital</a:t>
            </a:r>
            <a:r>
              <a:rPr dirty="0" spc="-50"/>
              <a:t> </a:t>
            </a:r>
            <a:r>
              <a:rPr dirty="0" spc="-20"/>
              <a:t>Image</a:t>
            </a:r>
            <a:r>
              <a:rPr dirty="0" spc="-25"/>
              <a:t> </a:t>
            </a:r>
            <a:r>
              <a:rPr dirty="0"/>
              <a:t>Processing</a:t>
            </a:r>
            <a:r>
              <a:rPr dirty="0" spc="-70"/>
              <a:t> </a:t>
            </a:r>
            <a:r>
              <a:rPr dirty="0" spc="-310"/>
              <a:t>|</a:t>
            </a:r>
            <a:r>
              <a:rPr dirty="0" spc="-60"/>
              <a:t> </a:t>
            </a:r>
            <a:r>
              <a:rPr dirty="0" spc="-65"/>
              <a:t>Dr.</a:t>
            </a:r>
            <a:r>
              <a:rPr dirty="0" spc="-50"/>
              <a:t> </a:t>
            </a:r>
            <a:r>
              <a:rPr dirty="0" spc="-25"/>
              <a:t>Ikramullah</a:t>
            </a:r>
            <a:r>
              <a:rPr dirty="0" spc="-30"/>
              <a:t> </a:t>
            </a:r>
            <a:r>
              <a:rPr dirty="0" spc="-10"/>
              <a:t>Khosa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pc="-175"/>
              <a:t>Diagonal</a:t>
            </a:r>
            <a:r>
              <a:rPr dirty="0" spc="-450"/>
              <a:t> </a:t>
            </a:r>
            <a:r>
              <a:rPr dirty="0" spc="-204"/>
              <a:t>Edge</a:t>
            </a:r>
            <a:r>
              <a:rPr dirty="0" spc="-400"/>
              <a:t> </a:t>
            </a:r>
            <a:r>
              <a:rPr dirty="0" spc="-180"/>
              <a:t>Detection</a:t>
            </a: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051407" y="2131114"/>
            <a:ext cx="1391696" cy="2281545"/>
          </a:xfrm>
          <a:prstGeom prst="rect">
            <a:avLst/>
          </a:prstGeom>
        </p:spPr>
      </p:pic>
      <p:pic>
        <p:nvPicPr>
          <p:cNvPr id="4" name="object 4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029967" y="2081783"/>
            <a:ext cx="6868668" cy="2540508"/>
          </a:xfrm>
          <a:prstGeom prst="rect">
            <a:avLst/>
          </a:prstGeom>
        </p:spPr>
      </p:pic>
      <p:sp>
        <p:nvSpPr>
          <p:cNvPr id="5" name="object 5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38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dirty="0"/>
              <a:t>CPE415</a:t>
            </a:r>
            <a:r>
              <a:rPr dirty="0" spc="-95"/>
              <a:t> </a:t>
            </a:r>
            <a:r>
              <a:rPr dirty="0" spc="-35"/>
              <a:t>Digital</a:t>
            </a:r>
            <a:r>
              <a:rPr dirty="0" spc="-50"/>
              <a:t> </a:t>
            </a:r>
            <a:r>
              <a:rPr dirty="0" spc="-20"/>
              <a:t>Image</a:t>
            </a:r>
            <a:r>
              <a:rPr dirty="0" spc="-25"/>
              <a:t> </a:t>
            </a:r>
            <a:r>
              <a:rPr dirty="0"/>
              <a:t>Processing</a:t>
            </a:r>
            <a:r>
              <a:rPr dirty="0" spc="-70"/>
              <a:t> </a:t>
            </a:r>
            <a:r>
              <a:rPr dirty="0" spc="-310"/>
              <a:t>|</a:t>
            </a:r>
            <a:r>
              <a:rPr dirty="0" spc="-60"/>
              <a:t> </a:t>
            </a:r>
            <a:r>
              <a:rPr dirty="0" spc="-65"/>
              <a:t>Dr.</a:t>
            </a:r>
            <a:r>
              <a:rPr dirty="0" spc="-50"/>
              <a:t> </a:t>
            </a:r>
            <a:r>
              <a:rPr dirty="0" spc="-25"/>
              <a:t>Ikramullah</a:t>
            </a:r>
            <a:r>
              <a:rPr dirty="0" spc="-30"/>
              <a:t> </a:t>
            </a:r>
            <a:r>
              <a:rPr dirty="0" spc="-10"/>
              <a:t>Khosa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pc="-170"/>
              <a:t>Combining</a:t>
            </a:r>
            <a:r>
              <a:rPr dirty="0" spc="-465"/>
              <a:t> </a:t>
            </a:r>
            <a:r>
              <a:rPr dirty="0" spc="-254"/>
              <a:t>Gradient</a:t>
            </a:r>
            <a:r>
              <a:rPr dirty="0" spc="-465"/>
              <a:t> </a:t>
            </a:r>
            <a:r>
              <a:rPr dirty="0" spc="-265"/>
              <a:t>with</a:t>
            </a:r>
            <a:r>
              <a:rPr dirty="0" spc="-440"/>
              <a:t> </a:t>
            </a:r>
            <a:r>
              <a:rPr dirty="0" spc="-190"/>
              <a:t>Thresholding</a:t>
            </a: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166859" y="2272093"/>
            <a:ext cx="1394837" cy="2243772"/>
          </a:xfrm>
          <a:prstGeom prst="rect">
            <a:avLst/>
          </a:prstGeom>
        </p:spPr>
      </p:pic>
      <p:pic>
        <p:nvPicPr>
          <p:cNvPr id="4" name="object 4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122932" y="2235707"/>
            <a:ext cx="6926314" cy="2553957"/>
          </a:xfrm>
          <a:prstGeom prst="rect">
            <a:avLst/>
          </a:prstGeom>
        </p:spPr>
      </p:pic>
      <p:sp>
        <p:nvSpPr>
          <p:cNvPr id="5" name="object 5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38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dirty="0"/>
              <a:t>CPE415</a:t>
            </a:r>
            <a:r>
              <a:rPr dirty="0" spc="-95"/>
              <a:t> </a:t>
            </a:r>
            <a:r>
              <a:rPr dirty="0" spc="-35"/>
              <a:t>Digital</a:t>
            </a:r>
            <a:r>
              <a:rPr dirty="0" spc="-50"/>
              <a:t> </a:t>
            </a:r>
            <a:r>
              <a:rPr dirty="0" spc="-20"/>
              <a:t>Image</a:t>
            </a:r>
            <a:r>
              <a:rPr dirty="0" spc="-25"/>
              <a:t> </a:t>
            </a:r>
            <a:r>
              <a:rPr dirty="0"/>
              <a:t>Processing</a:t>
            </a:r>
            <a:r>
              <a:rPr dirty="0" spc="-70"/>
              <a:t> </a:t>
            </a:r>
            <a:r>
              <a:rPr dirty="0" spc="-310"/>
              <a:t>|</a:t>
            </a:r>
            <a:r>
              <a:rPr dirty="0" spc="-60"/>
              <a:t> </a:t>
            </a:r>
            <a:r>
              <a:rPr dirty="0" spc="-65"/>
              <a:t>Dr.</a:t>
            </a:r>
            <a:r>
              <a:rPr dirty="0" spc="-50"/>
              <a:t> </a:t>
            </a:r>
            <a:r>
              <a:rPr dirty="0" spc="-25"/>
              <a:t>Ikramullah</a:t>
            </a:r>
            <a:r>
              <a:rPr dirty="0" spc="-30"/>
              <a:t> </a:t>
            </a:r>
            <a:r>
              <a:rPr dirty="0" spc="-10"/>
              <a:t>Khosa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Dr. Ikram Ullah Khosa</dc:creator>
  <dc:title>CPE415 Digital Image Processing</dc:title>
  <dcterms:created xsi:type="dcterms:W3CDTF">2026-05-01T17:58:44Z</dcterms:created>
  <dcterms:modified xsi:type="dcterms:W3CDTF">2026-05-01T17:58:44Z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2024-05-07T00:00:00Z</vt:filetime>
  </property>
  <property fmtid="{D5CDD505-2E9C-101B-9397-08002B2CF9AE}" pid="3" name="Creator">
    <vt:lpwstr>Microsoft® PowerPoint® for Microsoft 365</vt:lpwstr>
  </property>
  <property fmtid="{D5CDD505-2E9C-101B-9397-08002B2CF9AE}" pid="4" name="LastSaved">
    <vt:filetime>2026-05-01T00:00:00Z</vt:filetime>
  </property>
  <property fmtid="{D5CDD505-2E9C-101B-9397-08002B2CF9AE}" pid="5" name="Producer">
    <vt:lpwstr>Microsoft® PowerPoint® for Microsoft 365</vt:lpwstr>
  </property>
</Properties>
</file>